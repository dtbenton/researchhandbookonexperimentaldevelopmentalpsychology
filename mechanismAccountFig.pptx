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79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72842"/>
            <a:ext cx="10363200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26842"/>
            <a:ext cx="9144000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7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4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43638"/>
            <a:ext cx="10515600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022610"/>
            <a:ext cx="10515600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82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53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95710"/>
            <a:ext cx="5181600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95710"/>
            <a:ext cx="5181600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572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79144"/>
            <a:ext cx="10515600" cy="1739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06137"/>
            <a:ext cx="5157787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287331"/>
            <a:ext cx="5157787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06137"/>
            <a:ext cx="5183188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287331"/>
            <a:ext cx="5183188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5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1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74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95769"/>
            <a:ext cx="6172200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2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95769"/>
            <a:ext cx="6172200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4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75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79142"/>
            <a:ext cx="2628900" cy="76266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79142"/>
            <a:ext cx="7734300" cy="76266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67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9144"/>
            <a:ext cx="10515600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95710"/>
            <a:ext cx="10515600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E51D1-9768-4CEE-88EF-6000E2B70CB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75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1F5DE-2FF2-F119-90D0-BAA770FED9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C15CE-42FB-333B-A0B3-5E7FF1047F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0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33">
            <a:extLst>
              <a:ext uri="{FF2B5EF4-FFF2-40B4-BE49-F238E27FC236}">
                <a16:creationId xmlns:a16="http://schemas.microsoft.com/office/drawing/2014/main" id="{F0BD6F09-E370-915B-6E7C-7377F7278848}"/>
              </a:ext>
            </a:extLst>
          </p:cNvPr>
          <p:cNvSpPr/>
          <p:nvPr/>
        </p:nvSpPr>
        <p:spPr>
          <a:xfrm>
            <a:off x="-9464" y="2890730"/>
            <a:ext cx="12192000" cy="1271161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BCEED4D-3FE8-5097-25AB-758085C623DA}"/>
              </a:ext>
            </a:extLst>
          </p:cNvPr>
          <p:cNvSpPr/>
          <p:nvPr/>
        </p:nvSpPr>
        <p:spPr>
          <a:xfrm>
            <a:off x="-4015" y="5854795"/>
            <a:ext cx="12192000" cy="1160600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 descr="Man outline">
            <a:extLst>
              <a:ext uri="{FF2B5EF4-FFF2-40B4-BE49-F238E27FC236}">
                <a16:creationId xmlns:a16="http://schemas.microsoft.com/office/drawing/2014/main" id="{183AE37B-4EE3-C202-778F-C4DA0CA501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0605" y="210940"/>
            <a:ext cx="1530283" cy="1530283"/>
          </a:xfrm>
          <a:prstGeom prst="rect">
            <a:avLst/>
          </a:prstGeom>
        </p:spPr>
      </p:pic>
      <p:sp>
        <p:nvSpPr>
          <p:cNvPr id="4" name="Cube 3">
            <a:extLst>
              <a:ext uri="{FF2B5EF4-FFF2-40B4-BE49-F238E27FC236}">
                <a16:creationId xmlns:a16="http://schemas.microsoft.com/office/drawing/2014/main" id="{B603462F-5DED-5C13-7AED-31D3680CACF3}"/>
              </a:ext>
            </a:extLst>
          </p:cNvPr>
          <p:cNvSpPr/>
          <p:nvPr/>
        </p:nvSpPr>
        <p:spPr>
          <a:xfrm>
            <a:off x="3819784" y="808438"/>
            <a:ext cx="739708" cy="723971"/>
          </a:xfrm>
          <a:prstGeom prst="cub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F42A50-6C9D-7376-9CA8-1865046A8381}"/>
              </a:ext>
            </a:extLst>
          </p:cNvPr>
          <p:cNvSpPr/>
          <p:nvPr/>
        </p:nvSpPr>
        <p:spPr>
          <a:xfrm>
            <a:off x="6062472" y="627041"/>
            <a:ext cx="173736" cy="1737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82335-0B39-2447-D730-6DF7D0BC9CB1}"/>
              </a:ext>
            </a:extLst>
          </p:cNvPr>
          <p:cNvSpPr/>
          <p:nvPr/>
        </p:nvSpPr>
        <p:spPr>
          <a:xfrm>
            <a:off x="6717792" y="627041"/>
            <a:ext cx="173736" cy="173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48F421-ACE0-2503-365D-0FAF7E92AA05}"/>
              </a:ext>
            </a:extLst>
          </p:cNvPr>
          <p:cNvSpPr/>
          <p:nvPr/>
        </p:nvSpPr>
        <p:spPr>
          <a:xfrm>
            <a:off x="5870448" y="374439"/>
            <a:ext cx="1444752" cy="691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998F0C-3CD4-DA4C-29A4-3A49E49EB68A}"/>
              </a:ext>
            </a:extLst>
          </p:cNvPr>
          <p:cNvSpPr/>
          <p:nvPr/>
        </p:nvSpPr>
        <p:spPr>
          <a:xfrm>
            <a:off x="7732776" y="627041"/>
            <a:ext cx="173736" cy="1737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3B471B-57AD-079B-27C2-C1D7BDDB2E8A}"/>
              </a:ext>
            </a:extLst>
          </p:cNvPr>
          <p:cNvSpPr/>
          <p:nvPr/>
        </p:nvSpPr>
        <p:spPr>
          <a:xfrm>
            <a:off x="8159496" y="627041"/>
            <a:ext cx="173736" cy="173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F133C6-9EC1-72A3-C8F1-7EF51D88F549}"/>
              </a:ext>
            </a:extLst>
          </p:cNvPr>
          <p:cNvSpPr/>
          <p:nvPr/>
        </p:nvSpPr>
        <p:spPr>
          <a:xfrm>
            <a:off x="7312152" y="374439"/>
            <a:ext cx="1444752" cy="691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894326-F325-F578-0C33-FE6AFDAB558F}"/>
              </a:ext>
            </a:extLst>
          </p:cNvPr>
          <p:cNvCxnSpPr>
            <a:cxnSpLocks/>
          </p:cNvCxnSpPr>
          <p:nvPr/>
        </p:nvCxnSpPr>
        <p:spPr>
          <a:xfrm>
            <a:off x="7668768" y="489881"/>
            <a:ext cx="332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16DB21F-03FC-BCBB-A758-9D75EA106260}"/>
              </a:ext>
            </a:extLst>
          </p:cNvPr>
          <p:cNvSpPr/>
          <p:nvPr/>
        </p:nvSpPr>
        <p:spPr>
          <a:xfrm>
            <a:off x="9430512" y="627041"/>
            <a:ext cx="173736" cy="1737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B9B6BC-E8E0-DA8E-DBD9-81E9D1CF03F6}"/>
              </a:ext>
            </a:extLst>
          </p:cNvPr>
          <p:cNvSpPr/>
          <p:nvPr/>
        </p:nvSpPr>
        <p:spPr>
          <a:xfrm>
            <a:off x="9610344" y="627041"/>
            <a:ext cx="173736" cy="173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BF7AF8-3F2A-91ED-A14B-FF5819522606}"/>
              </a:ext>
            </a:extLst>
          </p:cNvPr>
          <p:cNvSpPr/>
          <p:nvPr/>
        </p:nvSpPr>
        <p:spPr>
          <a:xfrm>
            <a:off x="8763000" y="374439"/>
            <a:ext cx="1444752" cy="691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48CE65-1381-3122-4854-508B1673259E}"/>
              </a:ext>
            </a:extLst>
          </p:cNvPr>
          <p:cNvSpPr/>
          <p:nvPr/>
        </p:nvSpPr>
        <p:spPr>
          <a:xfrm>
            <a:off x="10881360" y="627041"/>
            <a:ext cx="173736" cy="1737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0EAD11-ABB9-E86A-1851-99D7447D4E81}"/>
              </a:ext>
            </a:extLst>
          </p:cNvPr>
          <p:cNvSpPr/>
          <p:nvPr/>
        </p:nvSpPr>
        <p:spPr>
          <a:xfrm>
            <a:off x="11225784" y="627041"/>
            <a:ext cx="173736" cy="173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2FD659-6CC0-6E20-19F6-6C5B981D6CDF}"/>
              </a:ext>
            </a:extLst>
          </p:cNvPr>
          <p:cNvSpPr/>
          <p:nvPr/>
        </p:nvSpPr>
        <p:spPr>
          <a:xfrm>
            <a:off x="10213848" y="374439"/>
            <a:ext cx="1444752" cy="691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39D54D7-2DEF-2924-B9E3-7799F3E76299}"/>
              </a:ext>
            </a:extLst>
          </p:cNvPr>
          <p:cNvCxnSpPr>
            <a:cxnSpLocks/>
          </p:cNvCxnSpPr>
          <p:nvPr/>
        </p:nvCxnSpPr>
        <p:spPr>
          <a:xfrm>
            <a:off x="11152632" y="489881"/>
            <a:ext cx="332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B61F1A9-3640-7972-4E1B-47CF0396EAAF}"/>
              </a:ext>
            </a:extLst>
          </p:cNvPr>
          <p:cNvSpPr/>
          <p:nvPr/>
        </p:nvSpPr>
        <p:spPr>
          <a:xfrm>
            <a:off x="6062472" y="2103397"/>
            <a:ext cx="173736" cy="1737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A3D1E8C-6CBE-1932-F4E7-993DC8A3DD8C}"/>
              </a:ext>
            </a:extLst>
          </p:cNvPr>
          <p:cNvSpPr/>
          <p:nvPr/>
        </p:nvSpPr>
        <p:spPr>
          <a:xfrm>
            <a:off x="6717792" y="2103397"/>
            <a:ext cx="173736" cy="173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D22A964-DFFE-74EA-7559-5853898B23C9}"/>
              </a:ext>
            </a:extLst>
          </p:cNvPr>
          <p:cNvSpPr/>
          <p:nvPr/>
        </p:nvSpPr>
        <p:spPr>
          <a:xfrm>
            <a:off x="5870448" y="1850795"/>
            <a:ext cx="1444752" cy="691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889FAE-6DFB-16D1-E7F7-9514A485A1FE}"/>
              </a:ext>
            </a:extLst>
          </p:cNvPr>
          <p:cNvSpPr/>
          <p:nvPr/>
        </p:nvSpPr>
        <p:spPr>
          <a:xfrm>
            <a:off x="7732776" y="2103397"/>
            <a:ext cx="173736" cy="1737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375D0E-7246-D238-0246-40240983B9D8}"/>
              </a:ext>
            </a:extLst>
          </p:cNvPr>
          <p:cNvSpPr/>
          <p:nvPr/>
        </p:nvSpPr>
        <p:spPr>
          <a:xfrm>
            <a:off x="8159496" y="2103397"/>
            <a:ext cx="173736" cy="173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55A87C-0516-F87E-DE24-9FC370201A0C}"/>
              </a:ext>
            </a:extLst>
          </p:cNvPr>
          <p:cNvSpPr/>
          <p:nvPr/>
        </p:nvSpPr>
        <p:spPr>
          <a:xfrm>
            <a:off x="7312152" y="1850795"/>
            <a:ext cx="1444752" cy="691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B59EA20-04B5-FDB8-B84E-B30C23BDC673}"/>
              </a:ext>
            </a:extLst>
          </p:cNvPr>
          <p:cNvCxnSpPr>
            <a:cxnSpLocks/>
          </p:cNvCxnSpPr>
          <p:nvPr/>
        </p:nvCxnSpPr>
        <p:spPr>
          <a:xfrm>
            <a:off x="7668768" y="1966237"/>
            <a:ext cx="332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F8F938B0-CA7D-8901-12BC-D52659F7CB76}"/>
              </a:ext>
            </a:extLst>
          </p:cNvPr>
          <p:cNvSpPr/>
          <p:nvPr/>
        </p:nvSpPr>
        <p:spPr>
          <a:xfrm>
            <a:off x="9348216" y="2103397"/>
            <a:ext cx="173736" cy="1737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2DA510F-AE81-B0BE-5434-901241445EC1}"/>
              </a:ext>
            </a:extLst>
          </p:cNvPr>
          <p:cNvSpPr/>
          <p:nvPr/>
        </p:nvSpPr>
        <p:spPr>
          <a:xfrm>
            <a:off x="9610344" y="2103397"/>
            <a:ext cx="173736" cy="173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449B79-128F-9980-548C-C2FFC4328250}"/>
              </a:ext>
            </a:extLst>
          </p:cNvPr>
          <p:cNvSpPr/>
          <p:nvPr/>
        </p:nvSpPr>
        <p:spPr>
          <a:xfrm>
            <a:off x="8763000" y="1850795"/>
            <a:ext cx="1444752" cy="691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039BB2B-3F6B-65BA-636A-FA6C767B1B10}"/>
              </a:ext>
            </a:extLst>
          </p:cNvPr>
          <p:cNvSpPr/>
          <p:nvPr/>
        </p:nvSpPr>
        <p:spPr>
          <a:xfrm>
            <a:off x="10872216" y="2103397"/>
            <a:ext cx="173736" cy="1737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D23AC7-AF00-B640-9461-1FC9926B4CEC}"/>
              </a:ext>
            </a:extLst>
          </p:cNvPr>
          <p:cNvSpPr/>
          <p:nvPr/>
        </p:nvSpPr>
        <p:spPr>
          <a:xfrm>
            <a:off x="11225784" y="2103397"/>
            <a:ext cx="173736" cy="173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F50F72E-119E-C6BB-166B-A4574143FCB4}"/>
              </a:ext>
            </a:extLst>
          </p:cNvPr>
          <p:cNvSpPr/>
          <p:nvPr/>
        </p:nvSpPr>
        <p:spPr>
          <a:xfrm>
            <a:off x="10204704" y="1850795"/>
            <a:ext cx="1444752" cy="691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C3AD1A2-C0ED-1F4C-E2E9-365F4F68DE41}"/>
              </a:ext>
            </a:extLst>
          </p:cNvPr>
          <p:cNvCxnSpPr>
            <a:cxnSpLocks/>
          </p:cNvCxnSpPr>
          <p:nvPr/>
        </p:nvCxnSpPr>
        <p:spPr>
          <a:xfrm>
            <a:off x="11158728" y="1987573"/>
            <a:ext cx="332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D41BE69-A34D-6494-6B65-D11A2591D3B9}"/>
              </a:ext>
            </a:extLst>
          </p:cNvPr>
          <p:cNvSpPr txBox="1"/>
          <p:nvPr/>
        </p:nvSpPr>
        <p:spPr>
          <a:xfrm>
            <a:off x="795212" y="1713761"/>
            <a:ext cx="24957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with elongated parts and curvilinear edges (i.e., people)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FBA4D6-C546-063F-CB87-9A4B4360C7DB}"/>
              </a:ext>
            </a:extLst>
          </p:cNvPr>
          <p:cNvSpPr txBox="1"/>
          <p:nvPr/>
        </p:nvSpPr>
        <p:spPr>
          <a:xfrm>
            <a:off x="3321817" y="1714094"/>
            <a:ext cx="2231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Things with smooth, rectilinear edges (i.e., objects)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5ED76B-D3ED-BA2E-C7BA-B9F69FAED544}"/>
              </a:ext>
            </a:extLst>
          </p:cNvPr>
          <p:cNvSpPr txBox="1"/>
          <p:nvPr/>
        </p:nvSpPr>
        <p:spPr>
          <a:xfrm>
            <a:off x="5972793" y="1050"/>
            <a:ext cx="5680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in B following contact from A (contact causality)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553DB51C-F0CF-8807-3F7B-3950F7780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578" y="3163826"/>
            <a:ext cx="2731433" cy="35423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F39B1EA-F35F-DADE-592B-88E45B2D5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32" y="3712795"/>
            <a:ext cx="2740578" cy="371966"/>
          </a:xfrm>
          <a:prstGeom prst="rect">
            <a:avLst/>
          </a:prstGeom>
        </p:spPr>
      </p:pic>
      <p:pic>
        <p:nvPicPr>
          <p:cNvPr id="59" name="Graphic 58" descr="Man outline">
            <a:extLst>
              <a:ext uri="{FF2B5EF4-FFF2-40B4-BE49-F238E27FC236}">
                <a16:creationId xmlns:a16="http://schemas.microsoft.com/office/drawing/2014/main" id="{BD71D80C-61AA-921C-6108-79605B41E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4988" y="3039708"/>
            <a:ext cx="1092183" cy="1092183"/>
          </a:xfrm>
          <a:prstGeom prst="rect">
            <a:avLst/>
          </a:prstGeom>
        </p:spPr>
      </p:pic>
      <p:sp>
        <p:nvSpPr>
          <p:cNvPr id="68" name="Cube 67">
            <a:extLst>
              <a:ext uri="{FF2B5EF4-FFF2-40B4-BE49-F238E27FC236}">
                <a16:creationId xmlns:a16="http://schemas.microsoft.com/office/drawing/2014/main" id="{00D33B31-C57F-78C4-E8D5-99ED850D1389}"/>
              </a:ext>
            </a:extLst>
          </p:cNvPr>
          <p:cNvSpPr/>
          <p:nvPr/>
        </p:nvSpPr>
        <p:spPr>
          <a:xfrm>
            <a:off x="7219684" y="3297248"/>
            <a:ext cx="614606" cy="601531"/>
          </a:xfrm>
          <a:prstGeom prst="cub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6F135C01-9828-BC9B-DC4A-7ED07ED32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332" y="3429331"/>
            <a:ext cx="2731433" cy="354232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4B314AE6-3690-9FFA-1CED-A892065F0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578" y="6007076"/>
            <a:ext cx="2731433" cy="354232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3E698498-C7EB-FF0A-4F29-5CA1419F9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32" y="6556045"/>
            <a:ext cx="2740578" cy="371966"/>
          </a:xfrm>
          <a:prstGeom prst="rect">
            <a:avLst/>
          </a:prstGeom>
        </p:spPr>
      </p:pic>
      <p:pic>
        <p:nvPicPr>
          <p:cNvPr id="75" name="Graphic 74" descr="Man outline">
            <a:extLst>
              <a:ext uri="{FF2B5EF4-FFF2-40B4-BE49-F238E27FC236}">
                <a16:creationId xmlns:a16="http://schemas.microsoft.com/office/drawing/2014/main" id="{20B93CE8-644F-5AEC-FA41-8AF39B8D5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4988" y="5882958"/>
            <a:ext cx="1092183" cy="1092183"/>
          </a:xfrm>
          <a:prstGeom prst="rect">
            <a:avLst/>
          </a:prstGeom>
        </p:spPr>
      </p:pic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736EF25-A031-F058-79DB-D123B70D9AED}"/>
              </a:ext>
            </a:extLst>
          </p:cNvPr>
          <p:cNvCxnSpPr>
            <a:cxnSpLocks/>
            <a:endCxn id="73" idx="1"/>
          </p:cNvCxnSpPr>
          <p:nvPr/>
        </p:nvCxnSpPr>
        <p:spPr>
          <a:xfrm flipV="1">
            <a:off x="2121411" y="6184193"/>
            <a:ext cx="926167" cy="470135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9EB2091-E199-C641-7729-A05FC8A3D8B0}"/>
              </a:ext>
            </a:extLst>
          </p:cNvPr>
          <p:cNvCxnSpPr>
            <a:cxnSpLocks/>
            <a:endCxn id="74" idx="1"/>
          </p:cNvCxnSpPr>
          <p:nvPr/>
        </p:nvCxnSpPr>
        <p:spPr>
          <a:xfrm flipV="1">
            <a:off x="2121410" y="6742028"/>
            <a:ext cx="917022" cy="40356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Cube 77">
            <a:extLst>
              <a:ext uri="{FF2B5EF4-FFF2-40B4-BE49-F238E27FC236}">
                <a16:creationId xmlns:a16="http://schemas.microsoft.com/office/drawing/2014/main" id="{5C82B076-4E15-A93A-3EFE-B0894D307AB2}"/>
              </a:ext>
            </a:extLst>
          </p:cNvPr>
          <p:cNvSpPr/>
          <p:nvPr/>
        </p:nvSpPr>
        <p:spPr>
          <a:xfrm>
            <a:off x="7216636" y="6056174"/>
            <a:ext cx="614606" cy="601531"/>
          </a:xfrm>
          <a:prstGeom prst="cub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77F3D02F-CCDF-39CB-03B3-F929BCFE1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284" y="6188257"/>
            <a:ext cx="2731433" cy="354232"/>
          </a:xfrm>
          <a:prstGeom prst="rect">
            <a:avLst/>
          </a:prstGeom>
        </p:spPr>
      </p:pic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91399A1-1F64-489D-EB5C-FFCEBC9D4563}"/>
              </a:ext>
            </a:extLst>
          </p:cNvPr>
          <p:cNvCxnSpPr>
            <a:cxnSpLocks/>
          </p:cNvCxnSpPr>
          <p:nvPr/>
        </p:nvCxnSpPr>
        <p:spPr>
          <a:xfrm flipV="1">
            <a:off x="7914745" y="6365374"/>
            <a:ext cx="627251" cy="785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9" name="Picture 88">
            <a:extLst>
              <a:ext uri="{FF2B5EF4-FFF2-40B4-BE49-F238E27FC236}">
                <a16:creationId xmlns:a16="http://schemas.microsoft.com/office/drawing/2014/main" id="{D580349A-6D17-6A79-9022-70B6016A2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674" y="4526123"/>
            <a:ext cx="2731433" cy="354232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1AB1758E-7206-FD2A-09FE-BD87FB5CF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528" y="5075092"/>
            <a:ext cx="2740578" cy="371966"/>
          </a:xfrm>
          <a:prstGeom prst="rect">
            <a:avLst/>
          </a:prstGeom>
        </p:spPr>
      </p:pic>
      <p:pic>
        <p:nvPicPr>
          <p:cNvPr id="91" name="Graphic 90" descr="Man outline">
            <a:extLst>
              <a:ext uri="{FF2B5EF4-FFF2-40B4-BE49-F238E27FC236}">
                <a16:creationId xmlns:a16="http://schemas.microsoft.com/office/drawing/2014/main" id="{F68BAE1E-31F6-3B44-DD9F-0E473C82C3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01084" y="4402005"/>
            <a:ext cx="1092183" cy="1092183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3DBD700-DB8E-D86F-2D88-F769E3EFBD2E}"/>
              </a:ext>
            </a:extLst>
          </p:cNvPr>
          <p:cNvCxnSpPr>
            <a:cxnSpLocks/>
            <a:endCxn id="89" idx="1"/>
          </p:cNvCxnSpPr>
          <p:nvPr/>
        </p:nvCxnSpPr>
        <p:spPr>
          <a:xfrm flipV="1">
            <a:off x="2127507" y="4703240"/>
            <a:ext cx="926167" cy="470135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A217769-71B8-0E51-CDB6-92587165AC47}"/>
              </a:ext>
            </a:extLst>
          </p:cNvPr>
          <p:cNvCxnSpPr>
            <a:cxnSpLocks/>
            <a:endCxn id="90" idx="1"/>
          </p:cNvCxnSpPr>
          <p:nvPr/>
        </p:nvCxnSpPr>
        <p:spPr>
          <a:xfrm flipV="1">
            <a:off x="2127506" y="5261075"/>
            <a:ext cx="917022" cy="40356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Cube 93">
            <a:extLst>
              <a:ext uri="{FF2B5EF4-FFF2-40B4-BE49-F238E27FC236}">
                <a16:creationId xmlns:a16="http://schemas.microsoft.com/office/drawing/2014/main" id="{B8366FE8-52D7-0B32-31A5-387F8DED584E}"/>
              </a:ext>
            </a:extLst>
          </p:cNvPr>
          <p:cNvSpPr/>
          <p:nvPr/>
        </p:nvSpPr>
        <p:spPr>
          <a:xfrm>
            <a:off x="7225780" y="4659545"/>
            <a:ext cx="614606" cy="601531"/>
          </a:xfrm>
          <a:prstGeom prst="cub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E505052D-3694-4CDE-60A4-B981DFB57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428" y="4791628"/>
            <a:ext cx="2731433" cy="354232"/>
          </a:xfrm>
          <a:prstGeom prst="rect">
            <a:avLst/>
          </a:prstGeom>
        </p:spPr>
      </p:pic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14C4474-1E92-4C15-5312-A91AF8F826B3}"/>
              </a:ext>
            </a:extLst>
          </p:cNvPr>
          <p:cNvCxnSpPr>
            <a:cxnSpLocks/>
          </p:cNvCxnSpPr>
          <p:nvPr/>
        </p:nvCxnSpPr>
        <p:spPr>
          <a:xfrm flipV="1">
            <a:off x="7923889" y="4968745"/>
            <a:ext cx="627251" cy="785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1D905887-BF8A-778D-F560-74C17342537E}"/>
              </a:ext>
            </a:extLst>
          </p:cNvPr>
          <p:cNvSpPr txBox="1"/>
          <p:nvPr/>
        </p:nvSpPr>
        <p:spPr>
          <a:xfrm>
            <a:off x="4592560" y="1216376"/>
            <a:ext cx="8260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in B in the absence of contact from A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(action-at-a-distance causality)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68F28F81-32A1-3E82-ECEF-468473B45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243" y="7503374"/>
            <a:ext cx="1066949" cy="1095528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A9006315-416A-F576-D55A-B82A20B05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4446" y="8014296"/>
            <a:ext cx="3832794" cy="610803"/>
          </a:xfrm>
          <a:prstGeom prst="rect">
            <a:avLst/>
          </a:prstGeom>
        </p:spPr>
      </p:pic>
      <p:sp>
        <p:nvSpPr>
          <p:cNvPr id="119" name="Thought Bubble: Cloud 118">
            <a:extLst>
              <a:ext uri="{FF2B5EF4-FFF2-40B4-BE49-F238E27FC236}">
                <a16:creationId xmlns:a16="http://schemas.microsoft.com/office/drawing/2014/main" id="{34BE1FE3-99AB-A0FD-D7F4-0315C2295095}"/>
              </a:ext>
            </a:extLst>
          </p:cNvPr>
          <p:cNvSpPr/>
          <p:nvPr/>
        </p:nvSpPr>
        <p:spPr>
          <a:xfrm rot="2664760">
            <a:off x="6710701" y="7184136"/>
            <a:ext cx="2044148" cy="1621367"/>
          </a:xfrm>
          <a:prstGeom prst="cloud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9AB9629-DF22-17FA-65A0-AEB2000F2B48}"/>
              </a:ext>
            </a:extLst>
          </p:cNvPr>
          <p:cNvSpPr txBox="1"/>
          <p:nvPr/>
        </p:nvSpPr>
        <p:spPr>
          <a:xfrm>
            <a:off x="-73692" y="-90007"/>
            <a:ext cx="2078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CA00D84-DE53-10BF-87BB-2224E52316F0}"/>
              </a:ext>
            </a:extLst>
          </p:cNvPr>
          <p:cNvSpPr txBox="1"/>
          <p:nvPr/>
        </p:nvSpPr>
        <p:spPr>
          <a:xfrm>
            <a:off x="-86249" y="2772017"/>
            <a:ext cx="2078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E8A405A-8294-FF79-22DA-E4479FE9C71C}"/>
              </a:ext>
            </a:extLst>
          </p:cNvPr>
          <p:cNvSpPr txBox="1"/>
          <p:nvPr/>
        </p:nvSpPr>
        <p:spPr>
          <a:xfrm>
            <a:off x="-90262" y="6952489"/>
            <a:ext cx="2078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343FFED4-E899-E374-4A2D-52023D419B3C}"/>
              </a:ext>
            </a:extLst>
          </p:cNvPr>
          <p:cNvCxnSpPr>
            <a:cxnSpLocks/>
            <a:endCxn id="127" idx="0"/>
          </p:cNvCxnSpPr>
          <p:nvPr/>
        </p:nvCxnSpPr>
        <p:spPr>
          <a:xfrm flipH="1">
            <a:off x="949200" y="2995375"/>
            <a:ext cx="12649" cy="39571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5BD3A7C3-7D1A-8704-BD39-4DB4579A4C7C}"/>
              </a:ext>
            </a:extLst>
          </p:cNvPr>
          <p:cNvSpPr txBox="1"/>
          <p:nvPr/>
        </p:nvSpPr>
        <p:spPr>
          <a:xfrm rot="5400000">
            <a:off x="781606" y="4864772"/>
            <a:ext cx="749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684418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63</Words>
  <Application>Microsoft Office PowerPoint</Application>
  <PresentationFormat>Custom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9</cp:revision>
  <dcterms:created xsi:type="dcterms:W3CDTF">2026-10-07T21:04:05Z</dcterms:created>
  <dcterms:modified xsi:type="dcterms:W3CDTF">2026-10-07T22:02:49Z</dcterms:modified>
</cp:coreProperties>
</file>