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C0721-9056-6EA4-1503-336461D6D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39890B-34C7-26F2-1169-119B09C9B2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0339B-60E6-C2C9-1DDC-69D1FD0E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8299A-F097-2757-A665-7B08F116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0F87D-109E-CFD7-B36C-D4E385B29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CEDEB-339A-7651-372B-759A19285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A47EC-115C-98DF-E798-A4C4725DD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7C26C-80E5-D503-1542-EC8494964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A6B06-E721-DB99-BD4D-D1878A6D3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5B15D-945A-9B56-AA70-C2D2539B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92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A8612-EA39-7421-D791-57B4AE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33C4C-45AD-E108-2734-4A6E1E425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5AE1E-6628-AD5C-8106-5C2B2BAE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64E7C-91D0-9BC3-31A5-B0F09440E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3093-B2C7-79FE-A5F0-F2079C37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76B1-AC5F-36F2-B9E8-D3A5A748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FA5C4-B970-6603-14C4-A033F1B91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659E0-352C-57D0-D91E-4E0135D49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C08A0-4646-D209-F3DF-98944881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6FD24-6F6A-4D18-CADD-1416315BA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6AC13-280B-264B-71E5-410B1D28A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91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D0D5E-F02F-C8C2-94BC-2F752491B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E2B91-1072-B933-CF2A-3BF63C82D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99793D-BD69-8FD6-FA13-45378FCE9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5F2361-445D-8FE8-863A-A4A3E0F5BD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58BFA-152D-69FF-9911-B50879CE42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AAE4F7-9203-4606-1682-D8221FE3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BD912-D526-3E83-ECE2-BDC7284E5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8EFF0-CD8B-5977-EC8C-6A280B725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0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E2CB2-DCC6-8F4E-0D29-448085F0F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D754C-728F-A6D9-8D84-74E33FF33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30B82-C358-2998-7F0D-9DFE2CF15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110BCE-CAA0-B9EF-8969-85FD2F6B4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885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CE91D7-444A-C847-E6E4-2069D5FB9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A522A-66DC-9E4B-01D2-119F6C25F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5BA40-BB21-7917-1917-2C01410EB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02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9274-B6C1-55C9-1E25-6716F0411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505F7-89DF-4097-18F3-4559EF46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588D85-0C85-64A5-A4EC-7325F79F6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D5E96-BC91-1A0E-979C-E2483681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2A5CBB-3F22-8762-6B58-3BBA0B8FC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17B587-63F0-6724-4F58-2416DB028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6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1858E-787E-0637-1A83-36F003D87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F1F294-D8BA-A10C-BBBC-A0564B0E85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1AFFA-1533-032E-6C47-C94004B14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492A1-DC8A-8BC6-C91B-7D4202131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6CE61B-E723-AECE-8D58-7AF6C51AC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E3ED1-DFED-D3A0-1A4B-D67DE06F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76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755F4-22EE-61F4-412A-5D1EDF768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6C5C80-5BED-0FF0-D33C-9EBB07146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846A3-9904-5288-6B29-12A246B3C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CB13-4830-9D09-1E35-D86264D65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A3AC2-2B0B-AAE6-2566-19EA686DC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80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8C7C50-E95A-EDE0-5A3F-656D3BE74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9D0D65-F284-4E50-5374-19C53E32FF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D1B82-9F40-E365-21EE-716C07B2D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685F3-E84C-ADEF-CB93-D4F4E81EC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4D793-2E6C-B263-0AE7-3552B8367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09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35646-1FC8-0C33-8216-CFD8DCEA0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B5CB3-26E8-3340-352E-43443F454F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C5D23-F591-E48B-BAF2-C3C8ACBBEA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F16C-3122-4B8D-BA78-F575EE24161A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A02EF-E5F3-5A2E-023E-BCBBC8911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A1F68-FB24-2DCF-EBEE-DCBEC4C56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07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722B759-3613-37B4-43FC-5C1C0A8C7A65}"/>
              </a:ext>
            </a:extLst>
          </p:cNvPr>
          <p:cNvGrpSpPr/>
          <p:nvPr/>
        </p:nvGrpSpPr>
        <p:grpSpPr>
          <a:xfrm>
            <a:off x="9082255" y="62514"/>
            <a:ext cx="1540763" cy="1597891"/>
            <a:chOff x="5057788" y="3149792"/>
            <a:chExt cx="3142175" cy="325868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B68E7D9-E7A2-61C5-F789-1F92CC808F4C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2ADA17D-1BB1-81CA-6548-A73A55286766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43E1479-6E20-9A54-C6E3-4192BF883DB7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260D3F69-53CF-A113-9B0E-41FA94C9B873}"/>
                </a:ext>
              </a:extLst>
            </p:cNvPr>
            <p:cNvCxnSpPr>
              <a:cxnSpLocks/>
              <a:stCxn id="106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: Elbow 107">
              <a:extLst>
                <a:ext uri="{FF2B5EF4-FFF2-40B4-BE49-F238E27FC236}">
                  <a16:creationId xmlns:a16="http://schemas.microsoft.com/office/drawing/2014/main" id="{FCB618D5-D7F4-598F-7004-744BABDF105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Right Bracket 108">
              <a:extLst>
                <a:ext uri="{FF2B5EF4-FFF2-40B4-BE49-F238E27FC236}">
                  <a16:creationId xmlns:a16="http://schemas.microsoft.com/office/drawing/2014/main" id="{628E460F-6F3D-AED7-1709-A237688D7877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ight Bracket 109">
              <a:extLst>
                <a:ext uri="{FF2B5EF4-FFF2-40B4-BE49-F238E27FC236}">
                  <a16:creationId xmlns:a16="http://schemas.microsoft.com/office/drawing/2014/main" id="{BB867CE3-F5C2-CEBE-4F45-5D0D85352FD5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D9D5E0A-531F-4A1B-1BBE-59478038D358}"/>
                </a:ext>
              </a:extLst>
            </p:cNvPr>
            <p:cNvCxnSpPr>
              <a:stCxn id="109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3AF3BFE3-EAA3-A5BC-80D2-FAF1EFAD3CFC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D1ACA088-A1AF-4E48-C7B0-15A06DBD993C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C51A9A1-EAB9-2B5F-7810-858C5328DCE6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EEA6D5E4-850A-0CEA-B294-31C2D19B02E3}"/>
              </a:ext>
            </a:extLst>
          </p:cNvPr>
          <p:cNvGrpSpPr/>
          <p:nvPr/>
        </p:nvGrpSpPr>
        <p:grpSpPr>
          <a:xfrm>
            <a:off x="1568983" y="69035"/>
            <a:ext cx="1540763" cy="1597891"/>
            <a:chOff x="5057788" y="3149792"/>
            <a:chExt cx="3142175" cy="325868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7279CD9F-89FB-DDAD-F696-E2491DB40DF7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5B2F842F-8CF6-B580-DDF4-1C7D6BAB4128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FF629309-E6AE-3437-BD3C-BC64F47EC95E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D3958761-FD69-8C11-DA57-AD66C9F8D301}"/>
                </a:ext>
              </a:extLst>
            </p:cNvPr>
            <p:cNvCxnSpPr>
              <a:cxnSpLocks/>
              <a:stCxn id="90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3FD9DC7A-4260-10DA-F3B7-FB460425AEB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Right Bracket 92">
              <a:extLst>
                <a:ext uri="{FF2B5EF4-FFF2-40B4-BE49-F238E27FC236}">
                  <a16:creationId xmlns:a16="http://schemas.microsoft.com/office/drawing/2014/main" id="{38E0CAE3-BDA1-D0B5-146F-FFD1EC5D28BE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ight Bracket 93">
              <a:extLst>
                <a:ext uri="{FF2B5EF4-FFF2-40B4-BE49-F238E27FC236}">
                  <a16:creationId xmlns:a16="http://schemas.microsoft.com/office/drawing/2014/main" id="{A722C78C-9BEF-B07F-A257-490A0B9BAB82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40ABD3FF-2B9C-4D59-3A8E-06AEA73A4A36}"/>
                </a:ext>
              </a:extLst>
            </p:cNvPr>
            <p:cNvCxnSpPr>
              <a:stCxn id="93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D2C3B4CB-8793-7B39-F039-0CDE41717D59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F7790FB-0B65-D0FD-BB1E-431389B585BD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47AD32A-D19A-8B33-FCC7-87154DD8399C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8C728-85AF-8703-FFFB-0EBF3B1FED99}"/>
              </a:ext>
            </a:extLst>
          </p:cNvPr>
          <p:cNvSpPr/>
          <p:nvPr/>
        </p:nvSpPr>
        <p:spPr>
          <a:xfrm>
            <a:off x="1568983" y="3846786"/>
            <a:ext cx="1703937" cy="220118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8024E0-A970-1FF4-218A-EA7186B2CFAA}"/>
              </a:ext>
            </a:extLst>
          </p:cNvPr>
          <p:cNvSpPr/>
          <p:nvPr/>
        </p:nvSpPr>
        <p:spPr>
          <a:xfrm>
            <a:off x="849864" y="5410725"/>
            <a:ext cx="719119" cy="99774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5B0DB5-306B-7594-8CFD-AB1EA250137E}"/>
              </a:ext>
            </a:extLst>
          </p:cNvPr>
          <p:cNvSpPr/>
          <p:nvPr/>
        </p:nvSpPr>
        <p:spPr>
          <a:xfrm>
            <a:off x="3272920" y="5410725"/>
            <a:ext cx="719119" cy="99774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504BD6B-70BB-E7A4-8043-91D423D1119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>
            <a:off x="2881938" y="3846787"/>
            <a:ext cx="390983" cy="2062813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DE3A59D-93F6-ED7F-E8E7-FEFF9BCC33B5}"/>
              </a:ext>
            </a:extLst>
          </p:cNvPr>
          <p:cNvCxnSpPr>
            <a:cxnSpLocks/>
          </p:cNvCxnSpPr>
          <p:nvPr/>
        </p:nvCxnSpPr>
        <p:spPr>
          <a:xfrm rot="10800000">
            <a:off x="1597153" y="3846786"/>
            <a:ext cx="390983" cy="2062813"/>
          </a:xfrm>
          <a:prstGeom prst="bentConnector2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Bracket 17">
            <a:extLst>
              <a:ext uri="{FF2B5EF4-FFF2-40B4-BE49-F238E27FC236}">
                <a16:creationId xmlns:a16="http://schemas.microsoft.com/office/drawing/2014/main" id="{A70BF133-64D0-BE0F-1160-4F1A24B01572}"/>
              </a:ext>
            </a:extLst>
          </p:cNvPr>
          <p:cNvSpPr/>
          <p:nvPr/>
        </p:nvSpPr>
        <p:spPr>
          <a:xfrm rot="5400000">
            <a:off x="2602730" y="3156316"/>
            <a:ext cx="558413" cy="545367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Bracket 19">
            <a:extLst>
              <a:ext uri="{FF2B5EF4-FFF2-40B4-BE49-F238E27FC236}">
                <a16:creationId xmlns:a16="http://schemas.microsoft.com/office/drawing/2014/main" id="{BFA75F17-8199-2198-924F-1DF286803C58}"/>
              </a:ext>
            </a:extLst>
          </p:cNvPr>
          <p:cNvSpPr/>
          <p:nvPr/>
        </p:nvSpPr>
        <p:spPr>
          <a:xfrm rot="5400000">
            <a:off x="1708930" y="3156315"/>
            <a:ext cx="558413" cy="545367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17321A-2438-17AD-B109-028B0741A24B}"/>
              </a:ext>
            </a:extLst>
          </p:cNvPr>
          <p:cNvCxnSpPr>
            <a:stCxn id="18" idx="2"/>
          </p:cNvCxnSpPr>
          <p:nvPr/>
        </p:nvCxnSpPr>
        <p:spPr>
          <a:xfrm>
            <a:off x="2881936" y="3708206"/>
            <a:ext cx="0" cy="1385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8E4604E-68DB-3298-0355-837F87D6116B}"/>
              </a:ext>
            </a:extLst>
          </p:cNvPr>
          <p:cNvCxnSpPr>
            <a:cxnSpLocks/>
          </p:cNvCxnSpPr>
          <p:nvPr/>
        </p:nvCxnSpPr>
        <p:spPr>
          <a:xfrm>
            <a:off x="1974176" y="3708205"/>
            <a:ext cx="0" cy="138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48AB02F-9D6A-6FF9-BA9F-F9870BF2CF93}"/>
              </a:ext>
            </a:extLst>
          </p:cNvPr>
          <p:cNvSpPr txBox="1"/>
          <p:nvPr/>
        </p:nvSpPr>
        <p:spPr>
          <a:xfrm>
            <a:off x="2798432" y="4639665"/>
            <a:ext cx="3561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+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42ED67-E1D8-1BC6-45D0-3B5124D7DA6E}"/>
              </a:ext>
            </a:extLst>
          </p:cNvPr>
          <p:cNvSpPr txBox="1"/>
          <p:nvPr/>
        </p:nvSpPr>
        <p:spPr>
          <a:xfrm>
            <a:off x="1695568" y="4637721"/>
            <a:ext cx="3561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+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E0DF55-EE8D-3E23-F29B-6F94FC6FB663}"/>
              </a:ext>
            </a:extLst>
          </p:cNvPr>
          <p:cNvCxnSpPr/>
          <p:nvPr/>
        </p:nvCxnSpPr>
        <p:spPr>
          <a:xfrm flipV="1">
            <a:off x="2380193" y="1652975"/>
            <a:ext cx="0" cy="134151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5D8905-D23F-9597-C0CA-BF1A3D99E154}"/>
              </a:ext>
            </a:extLst>
          </p:cNvPr>
          <p:cNvGrpSpPr/>
          <p:nvPr/>
        </p:nvGrpSpPr>
        <p:grpSpPr>
          <a:xfrm rot="20911186">
            <a:off x="7544277" y="2899362"/>
            <a:ext cx="3142175" cy="3258680"/>
            <a:chOff x="5057788" y="3149792"/>
            <a:chExt cx="3142175" cy="325868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F396AEE-7A3C-8AE4-47F6-8E3BA0722376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C9454CB-CBF9-A9F9-E1AD-D12A43D695F5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9C292D-E2DE-FB2D-CE9D-C87AE870AFA5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B78B4D36-C1FE-68A0-1B5F-6219C1400DB5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1F763763-BCD7-053B-9A76-83476A48764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ight Bracket 50">
              <a:extLst>
                <a:ext uri="{FF2B5EF4-FFF2-40B4-BE49-F238E27FC236}">
                  <a16:creationId xmlns:a16="http://schemas.microsoft.com/office/drawing/2014/main" id="{33CE6EF0-3602-21C6-B2C1-383DCBFEA1A9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ight Bracket 51">
              <a:extLst>
                <a:ext uri="{FF2B5EF4-FFF2-40B4-BE49-F238E27FC236}">
                  <a16:creationId xmlns:a16="http://schemas.microsoft.com/office/drawing/2014/main" id="{BE6B3D71-DC2B-CC7E-A4EC-62E5A77B4DDA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59DBFA5-08B5-C971-D7D4-D721B81E7DB3}"/>
                </a:ext>
              </a:extLst>
            </p:cNvPr>
            <p:cNvCxnSpPr>
              <a:stCxn id="51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D0F481-9589-BF6A-5CEB-1141EC7FAE65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AD50C4C-BA85-AF16-D50E-2C63E03786FD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DB8A9F-7706-AC84-89EA-F53A778694A6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sp>
        <p:nvSpPr>
          <p:cNvPr id="86" name="Trapezoid 85">
            <a:extLst>
              <a:ext uri="{FF2B5EF4-FFF2-40B4-BE49-F238E27FC236}">
                <a16:creationId xmlns:a16="http://schemas.microsoft.com/office/drawing/2014/main" id="{A965AD93-9B96-F03C-8F08-90324F5CA606}"/>
              </a:ext>
            </a:extLst>
          </p:cNvPr>
          <p:cNvSpPr/>
          <p:nvPr/>
        </p:nvSpPr>
        <p:spPr>
          <a:xfrm rot="10800000">
            <a:off x="1488011" y="1263106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rapezoid 99">
            <a:extLst>
              <a:ext uri="{FF2B5EF4-FFF2-40B4-BE49-F238E27FC236}">
                <a16:creationId xmlns:a16="http://schemas.microsoft.com/office/drawing/2014/main" id="{29512FCD-DE2D-1AC7-07B1-CD6F77B9EE54}"/>
              </a:ext>
            </a:extLst>
          </p:cNvPr>
          <p:cNvSpPr/>
          <p:nvPr/>
        </p:nvSpPr>
        <p:spPr>
          <a:xfrm rot="10800000">
            <a:off x="2415479" y="1263105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D583E65C-D77B-45CE-296E-C8B37BB93AE6}"/>
              </a:ext>
            </a:extLst>
          </p:cNvPr>
          <p:cNvSpPr/>
          <p:nvPr/>
        </p:nvSpPr>
        <p:spPr>
          <a:xfrm>
            <a:off x="7264449" y="1666926"/>
            <a:ext cx="1487798" cy="2564195"/>
          </a:xfrm>
          <a:prstGeom prst="arc">
            <a:avLst/>
          </a:prstGeom>
          <a:ln w="38100">
            <a:solidFill>
              <a:schemeClr val="tx1"/>
            </a:solidFill>
            <a:prstDash val="dash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20F6172-107A-4A71-C057-FD76D2B2E1D8}"/>
              </a:ext>
            </a:extLst>
          </p:cNvPr>
          <p:cNvSpPr txBox="1"/>
          <p:nvPr/>
        </p:nvSpPr>
        <p:spPr>
          <a:xfrm>
            <a:off x="1966476" y="6104684"/>
            <a:ext cx="8980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B8B0E45-8EE6-49E0-2E6B-8F8FDDC0B3DF}"/>
              </a:ext>
            </a:extLst>
          </p:cNvPr>
          <p:cNvSpPr txBox="1"/>
          <p:nvPr/>
        </p:nvSpPr>
        <p:spPr>
          <a:xfrm>
            <a:off x="9093970" y="6118585"/>
            <a:ext cx="8691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E13E591-615F-3299-F01F-5EEF9FFE9684}"/>
              </a:ext>
            </a:extLst>
          </p:cNvPr>
          <p:cNvCxnSpPr/>
          <p:nvPr/>
        </p:nvCxnSpPr>
        <p:spPr>
          <a:xfrm flipV="1">
            <a:off x="3568425" y="4637721"/>
            <a:ext cx="0" cy="10416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722FB1-6B02-3F84-D162-0B9A6B98572B}"/>
              </a:ext>
            </a:extLst>
          </p:cNvPr>
          <p:cNvCxnSpPr/>
          <p:nvPr/>
        </p:nvCxnSpPr>
        <p:spPr>
          <a:xfrm flipV="1">
            <a:off x="1300713" y="4635198"/>
            <a:ext cx="0" cy="10416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rapezoid 16">
            <a:extLst>
              <a:ext uri="{FF2B5EF4-FFF2-40B4-BE49-F238E27FC236}">
                <a16:creationId xmlns:a16="http://schemas.microsoft.com/office/drawing/2014/main" id="{0F2FDC14-4BBB-6901-3F4B-BDF71F01B49F}"/>
              </a:ext>
            </a:extLst>
          </p:cNvPr>
          <p:cNvSpPr/>
          <p:nvPr/>
        </p:nvSpPr>
        <p:spPr>
          <a:xfrm rot="10222313">
            <a:off x="8614663" y="960239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BAAD0516-50F4-E3D2-0330-D19FCE6D6825}"/>
              </a:ext>
            </a:extLst>
          </p:cNvPr>
          <p:cNvSpPr/>
          <p:nvPr/>
        </p:nvSpPr>
        <p:spPr>
          <a:xfrm rot="10159657">
            <a:off x="7705107" y="1130568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4659B6-2297-3A58-7198-CE56B191E196}"/>
              </a:ext>
            </a:extLst>
          </p:cNvPr>
          <p:cNvCxnSpPr>
            <a:cxnSpLocks/>
          </p:cNvCxnSpPr>
          <p:nvPr/>
        </p:nvCxnSpPr>
        <p:spPr>
          <a:xfrm flipV="1">
            <a:off x="3698706" y="4924940"/>
            <a:ext cx="0" cy="9004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DC92D6D-D143-4AD4-3623-9E74B1071630}"/>
              </a:ext>
            </a:extLst>
          </p:cNvPr>
          <p:cNvCxnSpPr>
            <a:cxnSpLocks/>
          </p:cNvCxnSpPr>
          <p:nvPr/>
        </p:nvCxnSpPr>
        <p:spPr>
          <a:xfrm flipV="1">
            <a:off x="1158156" y="4924940"/>
            <a:ext cx="0" cy="9004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1BDEED-637D-A860-159F-7C39C5444C1F}"/>
              </a:ext>
            </a:extLst>
          </p:cNvPr>
          <p:cNvCxnSpPr>
            <a:cxnSpLocks/>
          </p:cNvCxnSpPr>
          <p:nvPr/>
        </p:nvCxnSpPr>
        <p:spPr>
          <a:xfrm flipH="1" flipV="1">
            <a:off x="10185976" y="4386614"/>
            <a:ext cx="173954" cy="81354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F9145E-4AAE-A8C2-D858-E0A86271FA1B}"/>
              </a:ext>
            </a:extLst>
          </p:cNvPr>
          <p:cNvCxnSpPr>
            <a:cxnSpLocks/>
          </p:cNvCxnSpPr>
          <p:nvPr/>
        </p:nvCxnSpPr>
        <p:spPr>
          <a:xfrm flipH="1" flipV="1">
            <a:off x="10390266" y="4521571"/>
            <a:ext cx="173954" cy="81354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A689B1-497B-20A4-51D7-38477E36F47D}"/>
              </a:ext>
            </a:extLst>
          </p:cNvPr>
          <p:cNvCxnSpPr>
            <a:cxnSpLocks/>
          </p:cNvCxnSpPr>
          <p:nvPr/>
        </p:nvCxnSpPr>
        <p:spPr>
          <a:xfrm flipH="1" flipV="1">
            <a:off x="7898721" y="4712166"/>
            <a:ext cx="173954" cy="813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7F3225-8B17-080B-2CB8-A6272990C4B0}"/>
              </a:ext>
            </a:extLst>
          </p:cNvPr>
          <p:cNvCxnSpPr>
            <a:cxnSpLocks/>
          </p:cNvCxnSpPr>
          <p:nvPr/>
        </p:nvCxnSpPr>
        <p:spPr>
          <a:xfrm flipH="1" flipV="1">
            <a:off x="8057291" y="4847123"/>
            <a:ext cx="173954" cy="813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849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4894</TotalTime>
  <Words>14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9</cp:revision>
  <dcterms:created xsi:type="dcterms:W3CDTF">2026-09-28T16:34:04Z</dcterms:created>
  <dcterms:modified xsi:type="dcterms:W3CDTF">2026-10-02T16:27:38Z</dcterms:modified>
</cp:coreProperties>
</file>