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C0721-9056-6EA4-1503-336461D6D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9890B-34C7-26F2-1169-119B09C9B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0339B-60E6-C2C9-1DDC-69D1FD0E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8299A-F097-2757-A665-7B08F116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F87D-109E-CFD7-B36C-D4E385B2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EDEB-339A-7651-372B-759A19285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A47EC-115C-98DF-E798-A4C4725DD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7C26C-80E5-D503-1542-EC849496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A6B06-E721-DB99-BD4D-D1878A6D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5B15D-945A-9B56-AA70-C2D2539B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9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A8612-EA39-7421-D791-57B4AE46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33C4C-45AD-E108-2734-4A6E1E425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AE1E-6628-AD5C-8106-5C2B2BAE4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64E7C-91D0-9BC3-31A5-B0F09440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93093-B2C7-79FE-A5F0-F2079C37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76B1-AC5F-36F2-B9E8-D3A5A748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FA5C4-B970-6603-14C4-A033F1B91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59E0-352C-57D0-D91E-4E0135D49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C08A0-4646-D209-F3DF-98944881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6FD24-6F6A-4D18-CADD-1416315B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6AC13-280B-264B-71E5-410B1D28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1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0D5E-F02F-C8C2-94BC-2F752491B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E2B91-1072-B933-CF2A-3BF63C82D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9793D-BD69-8FD6-FA13-45378FCE9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5F2361-445D-8FE8-863A-A4A3E0F5B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58BFA-152D-69FF-9911-B50879CE4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AE4F7-9203-4606-1682-D8221FE3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BD912-D526-3E83-ECE2-BDC7284E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8EFF0-CD8B-5977-EC8C-6A280B72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0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2CB2-DCC6-8F4E-0D29-448085F0F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D754C-728F-A6D9-8D84-74E33FF3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30B82-C358-2998-7F0D-9DFE2CF1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10BCE-CAA0-B9EF-8969-85FD2F6B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8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E91D7-444A-C847-E6E4-2069D5F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A522A-66DC-9E4B-01D2-119F6C25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5BA40-BB21-7917-1917-2C01410E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0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9274-B6C1-55C9-1E25-6716F041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505F7-89DF-4097-18F3-4559EF468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88D85-0C85-64A5-A4EC-7325F79F6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D5E96-BC91-1A0E-979C-E2483681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A5CBB-3F22-8762-6B58-3BBA0B8F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7B587-63F0-6724-4F58-2416DB02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6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858E-787E-0637-1A83-36F003D8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1F294-D8BA-A10C-BBBC-A0564B0E8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1AFFA-1533-032E-6C47-C94004B14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492A1-DC8A-8BC6-C91B-7D420213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CE61B-E723-AECE-8D58-7AF6C51A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E3ED1-DFED-D3A0-1A4B-D67DE06F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7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55F4-22EE-61F4-412A-5D1EDF76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C5C80-5BED-0FF0-D33C-9EBB07146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46A3-9904-5288-6B29-12A246B3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CB13-4830-9D09-1E35-D86264D6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A3AC2-2B0B-AAE6-2566-19EA686D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8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C7C50-E95A-EDE0-5A3F-656D3BE74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D0D65-F284-4E50-5374-19C53E32F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D1B82-9F40-E365-21EE-716C07B2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685F3-E84C-ADEF-CB93-D4F4E81E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4D793-2E6C-B263-0AE7-3552B836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9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35646-1FC8-0C33-8216-CFD8DCEA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B5CB3-26E8-3340-352E-43443F454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5D23-F591-E48B-BAF2-C3C8ACBB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1F16C-3122-4B8D-BA78-F575EE24161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02EF-E5F3-5A2E-023E-BCBBC8911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1F68-FB24-2DCF-EBEE-DCBEC4C56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E2C09-193F-4B41-833B-728D0101E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7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1E8C728-85AF-8703-FFFB-0EBF3B1FED99}"/>
              </a:ext>
            </a:extLst>
          </p:cNvPr>
          <p:cNvSpPr/>
          <p:nvPr/>
        </p:nvSpPr>
        <p:spPr>
          <a:xfrm>
            <a:off x="4425696" y="2734056"/>
            <a:ext cx="1670304" cy="19202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49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2</cp:revision>
  <dcterms:created xsi:type="dcterms:W3CDTF">2026-09-28T16:34:04Z</dcterms:created>
  <dcterms:modified xsi:type="dcterms:W3CDTF">2026-10-01T19:33:06Z</dcterms:modified>
</cp:coreProperties>
</file>