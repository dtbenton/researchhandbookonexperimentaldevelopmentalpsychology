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5" autoAdjust="0"/>
    <p:restoredTop sz="94660"/>
  </p:normalViewPr>
  <p:slideViewPr>
    <p:cSldViewPr snapToGrid="0">
      <p:cViewPr varScale="1">
        <p:scale>
          <a:sx n="91" d="100"/>
          <a:sy n="91" d="100"/>
        </p:scale>
        <p:origin x="68" y="2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C0721-9056-6EA4-1503-336461D6D4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39890B-34C7-26F2-1169-119B09C9B2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70339B-60E6-C2C9-1DDC-69D1FD0E3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A8299A-F097-2757-A665-7B08F1165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80F87D-109E-CFD7-B36C-D4E385B29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515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CEDEB-339A-7651-372B-759A19285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FA47EC-115C-98DF-E798-A4C4725DD8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E7C26C-80E5-D503-1542-EC8494964D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A6B06-E721-DB99-BD4D-D1878A6D3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D5B15D-945A-9B56-AA70-C2D2539B5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6992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A8612-EA39-7421-D791-57B4AE46B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E33C4C-45AD-E108-2734-4A6E1E4251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5AE1E-6628-AD5C-8106-5C2B2BAE4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64E7C-91D0-9BC3-31A5-B0F09440E5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393093-B2C7-79FE-A5F0-F2079C37B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2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A76B1-AC5F-36F2-B9E8-D3A5A74882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FA5C4-B970-6603-14C4-A033F1B918C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659E0-352C-57D0-D91E-4E0135D49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8C08A0-4646-D209-F3DF-98944881A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A6FD24-6F6A-4D18-CADD-1416315BA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56AC13-280B-264B-71E5-410B1D28A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917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D0D5E-F02F-C8C2-94BC-2F752491B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AE2B91-1072-B933-CF2A-3BF63C82D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99793D-BD69-8FD6-FA13-45378FCE98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5F2361-445D-8FE8-863A-A4A3E0F5BD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D58BFA-152D-69FF-9911-B50879CE42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3AAE4F7-9203-4606-1682-D8221FE39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BBD912-D526-3E83-ECE2-BDC7284E5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F8EFF0-CD8B-5977-EC8C-6A280B7255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0046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E2CB2-DCC6-8F4E-0D29-448085F0F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0AD754C-728F-A6D9-8D84-74E33FF33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830B82-C358-2998-7F0D-9DFE2CF15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110BCE-CAA0-B9EF-8969-85FD2F6B4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8851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8CE91D7-444A-C847-E6E4-2069D5FB91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6A522A-66DC-9E4B-01D2-119F6C25F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5BA40-BB21-7917-1917-2C01410EBE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7022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39274-B6C1-55C9-1E25-6716F04117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505F7-89DF-4097-18F3-4559EF4682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588D85-0C85-64A5-A4EC-7325F79F62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CD5E96-BC91-1A0E-979C-E2483681C3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2A5CBB-3F22-8762-6B58-3BBA0B8FC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17B587-63F0-6724-4F58-2416DB028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065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1858E-787E-0637-1A83-36F003D87E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F1F294-D8BA-A10C-BBBC-A0564B0E85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61AFFA-1533-032E-6C47-C94004B14C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D492A1-DC8A-8BC6-C91B-7D4202131F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6CE61B-E723-AECE-8D58-7AF6C51AC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FE3ED1-DFED-D3A0-1A4B-D67DE06FA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8769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755F4-22EE-61F4-412A-5D1EDF768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6C5C80-5BED-0FF0-D33C-9EBB071466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C846A3-9904-5288-6B29-12A246B3C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7ACB13-4830-9D09-1E35-D86264D65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BA3AC2-2B0B-AAE6-2566-19EA686DC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580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8C7C50-E95A-EDE0-5A3F-656D3BE74B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9D0D65-F284-4E50-5374-19C53E32FF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CD1B82-9F40-E365-21EE-716C07B2D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1F16C-3122-4B8D-BA78-F575EE24161A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685F3-E84C-ADEF-CB93-D4F4E81EC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64D793-2E6C-B263-0AE7-3552B8367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60974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7935646-1FC8-0C33-8216-CFD8DCEA0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CB5CB3-26E8-3340-352E-43443F454F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CC5D23-F591-E48B-BAF2-C3C8ACBBEA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C1F16C-3122-4B8D-BA78-F575EE24161A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CA02EF-E5F3-5A2E-023E-BCBBC8911D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1A1F68-FB24-2DCF-EBEE-DCBEC4C564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AE2C09-193F-4B41-833B-728D0101EC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0070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" name="Group 102">
            <a:extLst>
              <a:ext uri="{FF2B5EF4-FFF2-40B4-BE49-F238E27FC236}">
                <a16:creationId xmlns:a16="http://schemas.microsoft.com/office/drawing/2014/main" id="{5722B759-3613-37B4-43FC-5C1C0A8C7A65}"/>
              </a:ext>
            </a:extLst>
          </p:cNvPr>
          <p:cNvGrpSpPr/>
          <p:nvPr/>
        </p:nvGrpSpPr>
        <p:grpSpPr>
          <a:xfrm>
            <a:off x="9082255" y="62514"/>
            <a:ext cx="1540763" cy="1597891"/>
            <a:chOff x="5057788" y="3149792"/>
            <a:chExt cx="3142175" cy="3258680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5B68E7D9-E7A2-61C5-F789-1F92CC808F4C}"/>
                </a:ext>
              </a:extLst>
            </p:cNvPr>
            <p:cNvSpPr/>
            <p:nvPr/>
          </p:nvSpPr>
          <p:spPr>
            <a:xfrm>
              <a:off x="5776907" y="3846786"/>
              <a:ext cx="1703937" cy="2201182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12ADA17D-1BB1-81CA-6548-A73A55286766}"/>
                </a:ext>
              </a:extLst>
            </p:cNvPr>
            <p:cNvSpPr/>
            <p:nvPr/>
          </p:nvSpPr>
          <p:spPr>
            <a:xfrm>
              <a:off x="5057788" y="5410725"/>
              <a:ext cx="719119" cy="997747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43E1479-6E20-9A54-C6E3-4192BF883DB7}"/>
                </a:ext>
              </a:extLst>
            </p:cNvPr>
            <p:cNvSpPr/>
            <p:nvPr/>
          </p:nvSpPr>
          <p:spPr>
            <a:xfrm>
              <a:off x="7480844" y="5410725"/>
              <a:ext cx="719119" cy="997747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7" name="Connector: Elbow 106">
              <a:extLst>
                <a:ext uri="{FF2B5EF4-FFF2-40B4-BE49-F238E27FC236}">
                  <a16:creationId xmlns:a16="http://schemas.microsoft.com/office/drawing/2014/main" id="{260D3F69-53CF-A113-9B0E-41FA94C9B873}"/>
                </a:ext>
              </a:extLst>
            </p:cNvPr>
            <p:cNvCxnSpPr>
              <a:cxnSpLocks/>
              <a:stCxn id="106" idx="1"/>
            </p:cNvCxnSpPr>
            <p:nvPr/>
          </p:nvCxnSpPr>
          <p:spPr>
            <a:xfrm rot="10800000">
              <a:off x="7089862" y="3846787"/>
              <a:ext cx="390983" cy="2062813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ctor: Elbow 107">
              <a:extLst>
                <a:ext uri="{FF2B5EF4-FFF2-40B4-BE49-F238E27FC236}">
                  <a16:creationId xmlns:a16="http://schemas.microsoft.com/office/drawing/2014/main" id="{FCB618D5-D7F4-598F-7004-744BABDF105D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5805077" y="3846786"/>
              <a:ext cx="390983" cy="2062813"/>
            </a:xfrm>
            <a:prstGeom prst="bentConnector2">
              <a:avLst/>
            </a:prstGeom>
            <a:ln>
              <a:solidFill>
                <a:schemeClr val="tx1"/>
              </a:solidFill>
            </a:ln>
            <a:scene3d>
              <a:camera prst="orthographicFront">
                <a:rot lat="0" lon="10800000" rev="0"/>
              </a:camera>
              <a:lightRig rig="threePt" dir="t"/>
            </a:scene3d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Right Bracket 108">
              <a:extLst>
                <a:ext uri="{FF2B5EF4-FFF2-40B4-BE49-F238E27FC236}">
                  <a16:creationId xmlns:a16="http://schemas.microsoft.com/office/drawing/2014/main" id="{628E460F-6F3D-AED7-1709-A237688D7877}"/>
                </a:ext>
              </a:extLst>
            </p:cNvPr>
            <p:cNvSpPr/>
            <p:nvPr/>
          </p:nvSpPr>
          <p:spPr>
            <a:xfrm rot="5400000">
              <a:off x="6810654" y="3156316"/>
              <a:ext cx="558413" cy="545367"/>
            </a:xfrm>
            <a:prstGeom prst="rightBracke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0" name="Right Bracket 109">
              <a:extLst>
                <a:ext uri="{FF2B5EF4-FFF2-40B4-BE49-F238E27FC236}">
                  <a16:creationId xmlns:a16="http://schemas.microsoft.com/office/drawing/2014/main" id="{BB867CE3-F5C2-CEBE-4F45-5D0D85352FD5}"/>
                </a:ext>
              </a:extLst>
            </p:cNvPr>
            <p:cNvSpPr/>
            <p:nvPr/>
          </p:nvSpPr>
          <p:spPr>
            <a:xfrm rot="5400000">
              <a:off x="5916854" y="3156315"/>
              <a:ext cx="558413" cy="545367"/>
            </a:xfrm>
            <a:prstGeom prst="rightBracke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DD9D5E0A-531F-4A1B-1BBE-59478038D358}"/>
                </a:ext>
              </a:extLst>
            </p:cNvPr>
            <p:cNvCxnSpPr>
              <a:stCxn id="109" idx="2"/>
            </p:cNvCxnSpPr>
            <p:nvPr/>
          </p:nvCxnSpPr>
          <p:spPr>
            <a:xfrm>
              <a:off x="7089860" y="3708206"/>
              <a:ext cx="0" cy="13858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3AF3BFE3-EAA3-A5BC-80D2-FAF1EFAD3CFC}"/>
                </a:ext>
              </a:extLst>
            </p:cNvPr>
            <p:cNvCxnSpPr>
              <a:cxnSpLocks/>
            </p:cNvCxnSpPr>
            <p:nvPr/>
          </p:nvCxnSpPr>
          <p:spPr>
            <a:xfrm>
              <a:off x="6182100" y="3708205"/>
              <a:ext cx="0" cy="1385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D1ACA088-A1AF-4E48-C7B0-15A06DBD993C}"/>
                </a:ext>
              </a:extLst>
            </p:cNvPr>
            <p:cNvSpPr txBox="1"/>
            <p:nvPr/>
          </p:nvSpPr>
          <p:spPr>
            <a:xfrm>
              <a:off x="7006356" y="4639665"/>
              <a:ext cx="356188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/>
                <a:t>+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DC51A9A1-EAB9-2B5F-7810-858C5328DCE6}"/>
                </a:ext>
              </a:extLst>
            </p:cNvPr>
            <p:cNvSpPr txBox="1"/>
            <p:nvPr/>
          </p:nvSpPr>
          <p:spPr>
            <a:xfrm>
              <a:off x="5903492" y="4637721"/>
              <a:ext cx="356188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/>
                <a:t>+</a:t>
              </a:r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EEA6D5E4-850A-0CEA-B294-31C2D19B02E3}"/>
              </a:ext>
            </a:extLst>
          </p:cNvPr>
          <p:cNvGrpSpPr/>
          <p:nvPr/>
        </p:nvGrpSpPr>
        <p:grpSpPr>
          <a:xfrm>
            <a:off x="1568983" y="69035"/>
            <a:ext cx="1540763" cy="1597891"/>
            <a:chOff x="5057788" y="3149792"/>
            <a:chExt cx="3142175" cy="3258680"/>
          </a:xfrm>
        </p:grpSpPr>
        <p:sp>
          <p:nvSpPr>
            <p:cNvPr id="88" name="Rectangle 87">
              <a:extLst>
                <a:ext uri="{FF2B5EF4-FFF2-40B4-BE49-F238E27FC236}">
                  <a16:creationId xmlns:a16="http://schemas.microsoft.com/office/drawing/2014/main" id="{7279CD9F-89FB-DDAD-F696-E2491DB40DF7}"/>
                </a:ext>
              </a:extLst>
            </p:cNvPr>
            <p:cNvSpPr/>
            <p:nvPr/>
          </p:nvSpPr>
          <p:spPr>
            <a:xfrm>
              <a:off x="5776907" y="3846786"/>
              <a:ext cx="1703937" cy="2201182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5B2F842F-8CF6-B580-DDF4-1C7D6BAB4128}"/>
                </a:ext>
              </a:extLst>
            </p:cNvPr>
            <p:cNvSpPr/>
            <p:nvPr/>
          </p:nvSpPr>
          <p:spPr>
            <a:xfrm>
              <a:off x="5057788" y="5410725"/>
              <a:ext cx="719119" cy="997747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FF629309-E6AE-3437-BD3C-BC64F47EC95E}"/>
                </a:ext>
              </a:extLst>
            </p:cNvPr>
            <p:cNvSpPr/>
            <p:nvPr/>
          </p:nvSpPr>
          <p:spPr>
            <a:xfrm>
              <a:off x="7480844" y="5410725"/>
              <a:ext cx="719119" cy="997747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1" name="Connector: Elbow 90">
              <a:extLst>
                <a:ext uri="{FF2B5EF4-FFF2-40B4-BE49-F238E27FC236}">
                  <a16:creationId xmlns:a16="http://schemas.microsoft.com/office/drawing/2014/main" id="{D3958761-FD69-8C11-DA57-AD66C9F8D301}"/>
                </a:ext>
              </a:extLst>
            </p:cNvPr>
            <p:cNvCxnSpPr>
              <a:cxnSpLocks/>
              <a:stCxn id="90" idx="1"/>
            </p:cNvCxnSpPr>
            <p:nvPr/>
          </p:nvCxnSpPr>
          <p:spPr>
            <a:xfrm rot="10800000">
              <a:off x="7089862" y="3846787"/>
              <a:ext cx="390983" cy="2062813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ctor: Elbow 91">
              <a:extLst>
                <a:ext uri="{FF2B5EF4-FFF2-40B4-BE49-F238E27FC236}">
                  <a16:creationId xmlns:a16="http://schemas.microsoft.com/office/drawing/2014/main" id="{3FD9DC7A-4260-10DA-F3B7-FB460425AEB2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5805077" y="3846786"/>
              <a:ext cx="390983" cy="2062813"/>
            </a:xfrm>
            <a:prstGeom prst="bentConnector2">
              <a:avLst/>
            </a:prstGeom>
            <a:ln>
              <a:solidFill>
                <a:schemeClr val="tx1"/>
              </a:solidFill>
            </a:ln>
            <a:scene3d>
              <a:camera prst="orthographicFront">
                <a:rot lat="0" lon="10800000" rev="0"/>
              </a:camera>
              <a:lightRig rig="threePt" dir="t"/>
            </a:scene3d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Right Bracket 92">
              <a:extLst>
                <a:ext uri="{FF2B5EF4-FFF2-40B4-BE49-F238E27FC236}">
                  <a16:creationId xmlns:a16="http://schemas.microsoft.com/office/drawing/2014/main" id="{38E0CAE3-BDA1-D0B5-146F-FFD1EC5D28BE}"/>
                </a:ext>
              </a:extLst>
            </p:cNvPr>
            <p:cNvSpPr/>
            <p:nvPr/>
          </p:nvSpPr>
          <p:spPr>
            <a:xfrm rot="5400000">
              <a:off x="6810654" y="3156316"/>
              <a:ext cx="558413" cy="545367"/>
            </a:xfrm>
            <a:prstGeom prst="rightBracke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4" name="Right Bracket 93">
              <a:extLst>
                <a:ext uri="{FF2B5EF4-FFF2-40B4-BE49-F238E27FC236}">
                  <a16:creationId xmlns:a16="http://schemas.microsoft.com/office/drawing/2014/main" id="{A722C78C-9BEF-B07F-A257-490A0B9BAB82}"/>
                </a:ext>
              </a:extLst>
            </p:cNvPr>
            <p:cNvSpPr/>
            <p:nvPr/>
          </p:nvSpPr>
          <p:spPr>
            <a:xfrm rot="5400000">
              <a:off x="5916854" y="3156315"/>
              <a:ext cx="558413" cy="545367"/>
            </a:xfrm>
            <a:prstGeom prst="rightBracke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40ABD3FF-2B9C-4D59-3A8E-06AEA73A4A36}"/>
                </a:ext>
              </a:extLst>
            </p:cNvPr>
            <p:cNvCxnSpPr>
              <a:stCxn id="93" idx="2"/>
            </p:cNvCxnSpPr>
            <p:nvPr/>
          </p:nvCxnSpPr>
          <p:spPr>
            <a:xfrm>
              <a:off x="7089860" y="3708206"/>
              <a:ext cx="0" cy="13858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D2C3B4CB-8793-7B39-F039-0CDE41717D59}"/>
                </a:ext>
              </a:extLst>
            </p:cNvPr>
            <p:cNvCxnSpPr>
              <a:cxnSpLocks/>
            </p:cNvCxnSpPr>
            <p:nvPr/>
          </p:nvCxnSpPr>
          <p:spPr>
            <a:xfrm>
              <a:off x="6182100" y="3708205"/>
              <a:ext cx="0" cy="1385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9F7790FB-0B65-D0FD-BB1E-431389B585BD}"/>
                </a:ext>
              </a:extLst>
            </p:cNvPr>
            <p:cNvSpPr txBox="1"/>
            <p:nvPr/>
          </p:nvSpPr>
          <p:spPr>
            <a:xfrm>
              <a:off x="7006356" y="4639665"/>
              <a:ext cx="356188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/>
                <a:t>+</a:t>
              </a:r>
            </a:p>
          </p:txBody>
        </p:sp>
        <p:sp>
          <p:nvSpPr>
            <p:cNvPr id="98" name="TextBox 97">
              <a:extLst>
                <a:ext uri="{FF2B5EF4-FFF2-40B4-BE49-F238E27FC236}">
                  <a16:creationId xmlns:a16="http://schemas.microsoft.com/office/drawing/2014/main" id="{747AD32A-D19A-8B33-FCC7-87154DD8399C}"/>
                </a:ext>
              </a:extLst>
            </p:cNvPr>
            <p:cNvSpPr txBox="1"/>
            <p:nvPr/>
          </p:nvSpPr>
          <p:spPr>
            <a:xfrm>
              <a:off x="5903492" y="4637721"/>
              <a:ext cx="356188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/>
                <a:t>+</a:t>
              </a: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81E8C728-85AF-8703-FFFB-0EBF3B1FED99}"/>
              </a:ext>
            </a:extLst>
          </p:cNvPr>
          <p:cNvSpPr/>
          <p:nvPr/>
        </p:nvSpPr>
        <p:spPr>
          <a:xfrm>
            <a:off x="1568983" y="3846786"/>
            <a:ext cx="1703937" cy="2201182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D8024E0-A970-1FF4-218A-EA7186B2CFAA}"/>
              </a:ext>
            </a:extLst>
          </p:cNvPr>
          <p:cNvSpPr/>
          <p:nvPr/>
        </p:nvSpPr>
        <p:spPr>
          <a:xfrm>
            <a:off x="849864" y="5410725"/>
            <a:ext cx="719119" cy="997747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5B0DB5-306B-7594-8CFD-AB1EA250137E}"/>
              </a:ext>
            </a:extLst>
          </p:cNvPr>
          <p:cNvSpPr/>
          <p:nvPr/>
        </p:nvSpPr>
        <p:spPr>
          <a:xfrm>
            <a:off x="3272920" y="5410725"/>
            <a:ext cx="719119" cy="997747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504BD6B-70BB-E7A4-8043-91D423D11191}"/>
              </a:ext>
            </a:extLst>
          </p:cNvPr>
          <p:cNvCxnSpPr>
            <a:cxnSpLocks/>
            <a:stCxn id="5" idx="1"/>
          </p:cNvCxnSpPr>
          <p:nvPr/>
        </p:nvCxnSpPr>
        <p:spPr>
          <a:xfrm rot="10800000">
            <a:off x="2881938" y="3846787"/>
            <a:ext cx="390983" cy="2062813"/>
          </a:xfrm>
          <a:prstGeom prst="bentConnector2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DE3A59D-93F6-ED7F-E8E7-FEFF9BCC33B5}"/>
              </a:ext>
            </a:extLst>
          </p:cNvPr>
          <p:cNvCxnSpPr>
            <a:cxnSpLocks/>
          </p:cNvCxnSpPr>
          <p:nvPr/>
        </p:nvCxnSpPr>
        <p:spPr>
          <a:xfrm rot="10800000">
            <a:off x="1597153" y="3846786"/>
            <a:ext cx="390983" cy="2062813"/>
          </a:xfrm>
          <a:prstGeom prst="bentConnector2">
            <a:avLst/>
          </a:prstGeom>
          <a:ln>
            <a:solidFill>
              <a:schemeClr val="tx1"/>
            </a:solidFill>
          </a:ln>
          <a:scene3d>
            <a:camera prst="orthographicFront">
              <a:rot lat="0" lon="10800000" rev="0"/>
            </a:camera>
            <a:lightRig rig="threePt" dir="t"/>
          </a:scene3d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ight Bracket 17">
            <a:extLst>
              <a:ext uri="{FF2B5EF4-FFF2-40B4-BE49-F238E27FC236}">
                <a16:creationId xmlns:a16="http://schemas.microsoft.com/office/drawing/2014/main" id="{A70BF133-64D0-BE0F-1160-4F1A24B01572}"/>
              </a:ext>
            </a:extLst>
          </p:cNvPr>
          <p:cNvSpPr/>
          <p:nvPr/>
        </p:nvSpPr>
        <p:spPr>
          <a:xfrm rot="5400000">
            <a:off x="2602730" y="3156316"/>
            <a:ext cx="558413" cy="545367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ight Bracket 19">
            <a:extLst>
              <a:ext uri="{FF2B5EF4-FFF2-40B4-BE49-F238E27FC236}">
                <a16:creationId xmlns:a16="http://schemas.microsoft.com/office/drawing/2014/main" id="{BFA75F17-8199-2198-924F-1DF286803C58}"/>
              </a:ext>
            </a:extLst>
          </p:cNvPr>
          <p:cNvSpPr/>
          <p:nvPr/>
        </p:nvSpPr>
        <p:spPr>
          <a:xfrm rot="5400000">
            <a:off x="1708930" y="3156315"/>
            <a:ext cx="558413" cy="545367"/>
          </a:xfrm>
          <a:prstGeom prst="rightBracket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917321A-2438-17AD-B109-028B0741A24B}"/>
              </a:ext>
            </a:extLst>
          </p:cNvPr>
          <p:cNvCxnSpPr>
            <a:stCxn id="18" idx="2"/>
          </p:cNvCxnSpPr>
          <p:nvPr/>
        </p:nvCxnSpPr>
        <p:spPr>
          <a:xfrm>
            <a:off x="2881936" y="3708206"/>
            <a:ext cx="0" cy="1385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8E4604E-68DB-3298-0355-837F87D6116B}"/>
              </a:ext>
            </a:extLst>
          </p:cNvPr>
          <p:cNvCxnSpPr>
            <a:cxnSpLocks/>
          </p:cNvCxnSpPr>
          <p:nvPr/>
        </p:nvCxnSpPr>
        <p:spPr>
          <a:xfrm>
            <a:off x="1974176" y="3708205"/>
            <a:ext cx="0" cy="1385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E48AB02F-9D6A-6FF9-BA9F-F9870BF2CF93}"/>
              </a:ext>
            </a:extLst>
          </p:cNvPr>
          <p:cNvSpPr txBox="1"/>
          <p:nvPr/>
        </p:nvSpPr>
        <p:spPr>
          <a:xfrm>
            <a:off x="2798432" y="4639665"/>
            <a:ext cx="356188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dirty="0"/>
              <a:t>+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742ED67-E1D8-1BC6-45D0-3B5124D7DA6E}"/>
              </a:ext>
            </a:extLst>
          </p:cNvPr>
          <p:cNvSpPr txBox="1"/>
          <p:nvPr/>
        </p:nvSpPr>
        <p:spPr>
          <a:xfrm>
            <a:off x="1695568" y="4637721"/>
            <a:ext cx="356188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dirty="0"/>
              <a:t>+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E0DF55-EE8D-3E23-F29B-6F94FC6FB663}"/>
              </a:ext>
            </a:extLst>
          </p:cNvPr>
          <p:cNvCxnSpPr/>
          <p:nvPr/>
        </p:nvCxnSpPr>
        <p:spPr>
          <a:xfrm flipV="1">
            <a:off x="2380193" y="1652975"/>
            <a:ext cx="0" cy="134151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F5D8905-D23F-9597-C0CA-BF1A3D99E154}"/>
              </a:ext>
            </a:extLst>
          </p:cNvPr>
          <p:cNvGrpSpPr/>
          <p:nvPr/>
        </p:nvGrpSpPr>
        <p:grpSpPr>
          <a:xfrm rot="20911186">
            <a:off x="7544277" y="2899362"/>
            <a:ext cx="3142175" cy="3258680"/>
            <a:chOff x="5057788" y="3149792"/>
            <a:chExt cx="3142175" cy="3258680"/>
          </a:xfrm>
        </p:grpSpPr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1F396AEE-7A3C-8AE4-47F6-8E3BA0722376}"/>
                </a:ext>
              </a:extLst>
            </p:cNvPr>
            <p:cNvSpPr/>
            <p:nvPr/>
          </p:nvSpPr>
          <p:spPr>
            <a:xfrm>
              <a:off x="5776907" y="3846786"/>
              <a:ext cx="1703937" cy="2201182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9C9454CB-CBF9-A9F9-E1AD-D12A43D695F5}"/>
                </a:ext>
              </a:extLst>
            </p:cNvPr>
            <p:cNvSpPr/>
            <p:nvPr/>
          </p:nvSpPr>
          <p:spPr>
            <a:xfrm>
              <a:off x="5057788" y="5410725"/>
              <a:ext cx="719119" cy="997747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59C292D-E2DE-FB2D-CE9D-C87AE870AFA5}"/>
                </a:ext>
              </a:extLst>
            </p:cNvPr>
            <p:cNvSpPr/>
            <p:nvPr/>
          </p:nvSpPr>
          <p:spPr>
            <a:xfrm>
              <a:off x="7480844" y="5410725"/>
              <a:ext cx="719119" cy="997747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9" name="Connector: Elbow 48">
              <a:extLst>
                <a:ext uri="{FF2B5EF4-FFF2-40B4-BE49-F238E27FC236}">
                  <a16:creationId xmlns:a16="http://schemas.microsoft.com/office/drawing/2014/main" id="{B78B4D36-C1FE-68A0-1B5F-6219C1400DB5}"/>
                </a:ext>
              </a:extLst>
            </p:cNvPr>
            <p:cNvCxnSpPr>
              <a:cxnSpLocks/>
              <a:stCxn id="48" idx="1"/>
            </p:cNvCxnSpPr>
            <p:nvPr/>
          </p:nvCxnSpPr>
          <p:spPr>
            <a:xfrm rot="10800000">
              <a:off x="7089862" y="3846787"/>
              <a:ext cx="390983" cy="2062813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or: Elbow 49">
              <a:extLst>
                <a:ext uri="{FF2B5EF4-FFF2-40B4-BE49-F238E27FC236}">
                  <a16:creationId xmlns:a16="http://schemas.microsoft.com/office/drawing/2014/main" id="{1F763763-BCD7-053B-9A76-83476A487648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5805077" y="3846786"/>
              <a:ext cx="390983" cy="2062813"/>
            </a:xfrm>
            <a:prstGeom prst="bentConnector2">
              <a:avLst/>
            </a:prstGeom>
            <a:ln>
              <a:solidFill>
                <a:schemeClr val="tx1"/>
              </a:solidFill>
            </a:ln>
            <a:scene3d>
              <a:camera prst="orthographicFront">
                <a:rot lat="0" lon="10800000" rev="0"/>
              </a:camera>
              <a:lightRig rig="threePt" dir="t"/>
            </a:scene3d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ight Bracket 50">
              <a:extLst>
                <a:ext uri="{FF2B5EF4-FFF2-40B4-BE49-F238E27FC236}">
                  <a16:creationId xmlns:a16="http://schemas.microsoft.com/office/drawing/2014/main" id="{33CE6EF0-3602-21C6-B2C1-383DCBFEA1A9}"/>
                </a:ext>
              </a:extLst>
            </p:cNvPr>
            <p:cNvSpPr/>
            <p:nvPr/>
          </p:nvSpPr>
          <p:spPr>
            <a:xfrm rot="5400000">
              <a:off x="6810654" y="3156316"/>
              <a:ext cx="558413" cy="545367"/>
            </a:xfrm>
            <a:prstGeom prst="rightBracke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Right Bracket 51">
              <a:extLst>
                <a:ext uri="{FF2B5EF4-FFF2-40B4-BE49-F238E27FC236}">
                  <a16:creationId xmlns:a16="http://schemas.microsoft.com/office/drawing/2014/main" id="{BE6B3D71-DC2B-CC7E-A4EC-62E5A77B4DDA}"/>
                </a:ext>
              </a:extLst>
            </p:cNvPr>
            <p:cNvSpPr/>
            <p:nvPr/>
          </p:nvSpPr>
          <p:spPr>
            <a:xfrm rot="5400000">
              <a:off x="5916854" y="3156315"/>
              <a:ext cx="558413" cy="545367"/>
            </a:xfrm>
            <a:prstGeom prst="rightBracke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259DBFA5-08B5-C971-D7D4-D721B81E7DB3}"/>
                </a:ext>
              </a:extLst>
            </p:cNvPr>
            <p:cNvCxnSpPr>
              <a:stCxn id="51" idx="2"/>
            </p:cNvCxnSpPr>
            <p:nvPr/>
          </p:nvCxnSpPr>
          <p:spPr>
            <a:xfrm>
              <a:off x="7089860" y="3708206"/>
              <a:ext cx="0" cy="13858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3D0F481-9589-BF6A-5CEB-1141EC7FAE65}"/>
                </a:ext>
              </a:extLst>
            </p:cNvPr>
            <p:cNvCxnSpPr>
              <a:cxnSpLocks/>
            </p:cNvCxnSpPr>
            <p:nvPr/>
          </p:nvCxnSpPr>
          <p:spPr>
            <a:xfrm>
              <a:off x="6182100" y="3708205"/>
              <a:ext cx="0" cy="1385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FAD50C4C-BA85-AF16-D50E-2C63E03786FD}"/>
                </a:ext>
              </a:extLst>
            </p:cNvPr>
            <p:cNvSpPr txBox="1"/>
            <p:nvPr/>
          </p:nvSpPr>
          <p:spPr>
            <a:xfrm>
              <a:off x="7006356" y="4639665"/>
              <a:ext cx="356188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/>
                <a:t>+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0EDB8A9F-7706-AC84-89EA-F53A778694A6}"/>
                </a:ext>
              </a:extLst>
            </p:cNvPr>
            <p:cNvSpPr txBox="1"/>
            <p:nvPr/>
          </p:nvSpPr>
          <p:spPr>
            <a:xfrm>
              <a:off x="5903492" y="4637721"/>
              <a:ext cx="356188" cy="4770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500" dirty="0"/>
                <a:t>+</a:t>
              </a:r>
            </a:p>
          </p:txBody>
        </p:sp>
      </p:grpSp>
      <p:sp>
        <p:nvSpPr>
          <p:cNvPr id="86" name="Trapezoid 85">
            <a:extLst>
              <a:ext uri="{FF2B5EF4-FFF2-40B4-BE49-F238E27FC236}">
                <a16:creationId xmlns:a16="http://schemas.microsoft.com/office/drawing/2014/main" id="{A965AD93-9B96-F03C-8F08-90324F5CA606}"/>
              </a:ext>
            </a:extLst>
          </p:cNvPr>
          <p:cNvSpPr/>
          <p:nvPr/>
        </p:nvSpPr>
        <p:spPr>
          <a:xfrm rot="10800000">
            <a:off x="1488011" y="1263106"/>
            <a:ext cx="938713" cy="1930581"/>
          </a:xfrm>
          <a:prstGeom prst="trapezoid">
            <a:avLst>
              <a:gd name="adj" fmla="val 30809"/>
            </a:avLst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bg1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Trapezoid 99">
            <a:extLst>
              <a:ext uri="{FF2B5EF4-FFF2-40B4-BE49-F238E27FC236}">
                <a16:creationId xmlns:a16="http://schemas.microsoft.com/office/drawing/2014/main" id="{29512FCD-DE2D-1AC7-07B1-CD6F77B9EE54}"/>
              </a:ext>
            </a:extLst>
          </p:cNvPr>
          <p:cNvSpPr/>
          <p:nvPr/>
        </p:nvSpPr>
        <p:spPr>
          <a:xfrm rot="10800000">
            <a:off x="2415479" y="1263105"/>
            <a:ext cx="938713" cy="1930581"/>
          </a:xfrm>
          <a:prstGeom prst="trapezoid">
            <a:avLst>
              <a:gd name="adj" fmla="val 30809"/>
            </a:avLst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bg1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Trapezoid 101">
            <a:extLst>
              <a:ext uri="{FF2B5EF4-FFF2-40B4-BE49-F238E27FC236}">
                <a16:creationId xmlns:a16="http://schemas.microsoft.com/office/drawing/2014/main" id="{1DD80FBF-B327-C46E-410B-D59E7BFECD77}"/>
              </a:ext>
            </a:extLst>
          </p:cNvPr>
          <p:cNvSpPr/>
          <p:nvPr/>
        </p:nvSpPr>
        <p:spPr>
          <a:xfrm rot="10241884">
            <a:off x="8550079" y="955270"/>
            <a:ext cx="938713" cy="1930581"/>
          </a:xfrm>
          <a:prstGeom prst="trapezoid">
            <a:avLst>
              <a:gd name="adj" fmla="val 30809"/>
            </a:avLst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bg1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Trapezoid 115">
            <a:extLst>
              <a:ext uri="{FF2B5EF4-FFF2-40B4-BE49-F238E27FC236}">
                <a16:creationId xmlns:a16="http://schemas.microsoft.com/office/drawing/2014/main" id="{A3D06073-6B05-9BA2-1E26-25B60AF6A597}"/>
              </a:ext>
            </a:extLst>
          </p:cNvPr>
          <p:cNvSpPr/>
          <p:nvPr/>
        </p:nvSpPr>
        <p:spPr>
          <a:xfrm rot="9902016">
            <a:off x="7667399" y="1186069"/>
            <a:ext cx="938713" cy="1930581"/>
          </a:xfrm>
          <a:prstGeom prst="trapezoid">
            <a:avLst>
              <a:gd name="adj" fmla="val 30809"/>
            </a:avLst>
          </a:prstGeom>
          <a:solidFill>
            <a:schemeClr val="bg1">
              <a:lumMod val="85000"/>
              <a:alpha val="30000"/>
            </a:schemeClr>
          </a:solidFill>
          <a:ln>
            <a:solidFill>
              <a:schemeClr val="bg1">
                <a:lumMod val="75000"/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Arc 76">
            <a:extLst>
              <a:ext uri="{FF2B5EF4-FFF2-40B4-BE49-F238E27FC236}">
                <a16:creationId xmlns:a16="http://schemas.microsoft.com/office/drawing/2014/main" id="{D583E65C-D77B-45CE-296E-C8B37BB93AE6}"/>
              </a:ext>
            </a:extLst>
          </p:cNvPr>
          <p:cNvSpPr/>
          <p:nvPr/>
        </p:nvSpPr>
        <p:spPr>
          <a:xfrm>
            <a:off x="7264449" y="1666926"/>
            <a:ext cx="1487798" cy="2564195"/>
          </a:xfrm>
          <a:prstGeom prst="arc">
            <a:avLst/>
          </a:prstGeom>
          <a:ln w="38100">
            <a:solidFill>
              <a:schemeClr val="tx1"/>
            </a:solidFill>
            <a:prstDash val="dash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F20F6172-107A-4A71-C057-FD76D2B2E1D8}"/>
              </a:ext>
            </a:extLst>
          </p:cNvPr>
          <p:cNvSpPr txBox="1"/>
          <p:nvPr/>
        </p:nvSpPr>
        <p:spPr>
          <a:xfrm>
            <a:off x="1966476" y="6104684"/>
            <a:ext cx="89800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(A)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6B8B0E45-8EE6-49E0-2E6B-8F8FDDC0B3DF}"/>
              </a:ext>
            </a:extLst>
          </p:cNvPr>
          <p:cNvSpPr txBox="1"/>
          <p:nvPr/>
        </p:nvSpPr>
        <p:spPr>
          <a:xfrm>
            <a:off x="9093970" y="6118585"/>
            <a:ext cx="86914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3390849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4706</TotalTime>
  <Words>14</Words>
  <Application>Microsoft Office PowerPoint</Application>
  <PresentationFormat>Widescreen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Benton, Deon</dc:creator>
  <cp:lastModifiedBy>Benton, Deon</cp:lastModifiedBy>
  <cp:revision>4</cp:revision>
  <dcterms:created xsi:type="dcterms:W3CDTF">2026-09-28T16:34:04Z</dcterms:created>
  <dcterms:modified xsi:type="dcterms:W3CDTF">2026-10-02T01:52:15Z</dcterms:modified>
</cp:coreProperties>
</file>