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2192000" cy="89995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7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472842"/>
            <a:ext cx="10363200" cy="3133172"/>
          </a:xfrm>
        </p:spPr>
        <p:txBody>
          <a:bodyPr anchor="b"/>
          <a:lstStyle>
            <a:lvl1pPr algn="ctr"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726842"/>
            <a:ext cx="9144000" cy="2172804"/>
          </a:xfrm>
        </p:spPr>
        <p:txBody>
          <a:bodyPr/>
          <a:lstStyle>
            <a:lvl1pPr marL="0" indent="0" algn="ctr">
              <a:buNone/>
              <a:defRPr sz="3150"/>
            </a:lvl1pPr>
            <a:lvl2pPr marL="599984" indent="0" algn="ctr">
              <a:buNone/>
              <a:defRPr sz="2625"/>
            </a:lvl2pPr>
            <a:lvl3pPr marL="1199967" indent="0" algn="ctr">
              <a:buNone/>
              <a:defRPr sz="2362"/>
            </a:lvl3pPr>
            <a:lvl4pPr marL="1799951" indent="0" algn="ctr">
              <a:buNone/>
              <a:defRPr sz="2100"/>
            </a:lvl4pPr>
            <a:lvl5pPr marL="2399934" indent="0" algn="ctr">
              <a:buNone/>
              <a:defRPr sz="2100"/>
            </a:lvl5pPr>
            <a:lvl6pPr marL="2999918" indent="0" algn="ctr">
              <a:buNone/>
              <a:defRPr sz="2100"/>
            </a:lvl6pPr>
            <a:lvl7pPr marL="3599901" indent="0" algn="ctr">
              <a:buNone/>
              <a:defRPr sz="2100"/>
            </a:lvl7pPr>
            <a:lvl8pPr marL="4199885" indent="0" algn="ctr">
              <a:buNone/>
              <a:defRPr sz="2100"/>
            </a:lvl8pPr>
            <a:lvl9pPr marL="4799868" indent="0" algn="ctr"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977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846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243638"/>
            <a:ext cx="10515600" cy="3743557"/>
          </a:xfrm>
        </p:spPr>
        <p:txBody>
          <a:bodyPr anchor="b"/>
          <a:lstStyle>
            <a:lvl1pPr>
              <a:defRPr sz="7874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6022610"/>
            <a:ext cx="10515600" cy="1968648"/>
          </a:xfrm>
        </p:spPr>
        <p:txBody>
          <a:bodyPr/>
          <a:lstStyle>
            <a:lvl1pPr marL="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1pPr>
            <a:lvl2pPr marL="599984" indent="0">
              <a:buNone/>
              <a:defRPr sz="2625">
                <a:solidFill>
                  <a:schemeClr val="tx1">
                    <a:tint val="82000"/>
                  </a:schemeClr>
                </a:solidFill>
              </a:defRPr>
            </a:lvl2pPr>
            <a:lvl3pPr marL="1199967" indent="0">
              <a:buNone/>
              <a:defRPr sz="2362">
                <a:solidFill>
                  <a:schemeClr val="tx1">
                    <a:tint val="82000"/>
                  </a:schemeClr>
                </a:solidFill>
              </a:defRPr>
            </a:lvl3pPr>
            <a:lvl4pPr marL="179995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4pPr>
            <a:lvl5pPr marL="2399934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5pPr>
            <a:lvl6pPr marL="299991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6pPr>
            <a:lvl7pPr marL="3599901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7pPr>
            <a:lvl8pPr marL="4199885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8pPr>
            <a:lvl9pPr marL="4799868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753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395710"/>
            <a:ext cx="518160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95710"/>
            <a:ext cx="5181600" cy="57101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572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79144"/>
            <a:ext cx="10515600" cy="173949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206137"/>
            <a:ext cx="5157787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287331"/>
            <a:ext cx="5157787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206137"/>
            <a:ext cx="5183188" cy="1081194"/>
          </a:xfrm>
        </p:spPr>
        <p:txBody>
          <a:bodyPr anchor="b"/>
          <a:lstStyle>
            <a:lvl1pPr marL="0" indent="0">
              <a:buNone/>
              <a:defRPr sz="3150" b="1"/>
            </a:lvl1pPr>
            <a:lvl2pPr marL="599984" indent="0">
              <a:buNone/>
              <a:defRPr sz="2625" b="1"/>
            </a:lvl2pPr>
            <a:lvl3pPr marL="1199967" indent="0">
              <a:buNone/>
              <a:defRPr sz="2362" b="1"/>
            </a:lvl3pPr>
            <a:lvl4pPr marL="1799951" indent="0">
              <a:buNone/>
              <a:defRPr sz="2100" b="1"/>
            </a:lvl4pPr>
            <a:lvl5pPr marL="2399934" indent="0">
              <a:buNone/>
              <a:defRPr sz="2100" b="1"/>
            </a:lvl5pPr>
            <a:lvl6pPr marL="2999918" indent="0">
              <a:buNone/>
              <a:defRPr sz="2100" b="1"/>
            </a:lvl6pPr>
            <a:lvl7pPr marL="3599901" indent="0">
              <a:buNone/>
              <a:defRPr sz="2100" b="1"/>
            </a:lvl7pPr>
            <a:lvl8pPr marL="4199885" indent="0">
              <a:buNone/>
              <a:defRPr sz="2100" b="1"/>
            </a:lvl8pPr>
            <a:lvl9pPr marL="4799868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287331"/>
            <a:ext cx="5183188" cy="48351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658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21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7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295769"/>
            <a:ext cx="6172200" cy="6395505"/>
          </a:xfrm>
        </p:spPr>
        <p:txBody>
          <a:bodyPr/>
          <a:lstStyle>
            <a:lvl1pPr>
              <a:defRPr sz="4199"/>
            </a:lvl1pPr>
            <a:lvl2pPr>
              <a:defRPr sz="3674"/>
            </a:lvl2pPr>
            <a:lvl3pPr>
              <a:defRPr sz="3150"/>
            </a:lvl3pPr>
            <a:lvl4pPr>
              <a:defRPr sz="2625"/>
            </a:lvl4pPr>
            <a:lvl5pPr>
              <a:defRPr sz="2625"/>
            </a:lvl5pPr>
            <a:lvl6pPr>
              <a:defRPr sz="2625"/>
            </a:lvl6pPr>
            <a:lvl7pPr>
              <a:defRPr sz="2625"/>
            </a:lvl7pPr>
            <a:lvl8pPr>
              <a:defRPr sz="2625"/>
            </a:lvl8pPr>
            <a:lvl9pPr>
              <a:defRPr sz="2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25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99969"/>
            <a:ext cx="3932237" cy="2099892"/>
          </a:xfrm>
        </p:spPr>
        <p:txBody>
          <a:bodyPr anchor="b"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295769"/>
            <a:ext cx="6172200" cy="6395505"/>
          </a:xfrm>
        </p:spPr>
        <p:txBody>
          <a:bodyPr anchor="t"/>
          <a:lstStyle>
            <a:lvl1pPr marL="0" indent="0">
              <a:buNone/>
              <a:defRPr sz="4199"/>
            </a:lvl1pPr>
            <a:lvl2pPr marL="599984" indent="0">
              <a:buNone/>
              <a:defRPr sz="3674"/>
            </a:lvl2pPr>
            <a:lvl3pPr marL="1199967" indent="0">
              <a:buNone/>
              <a:defRPr sz="3150"/>
            </a:lvl3pPr>
            <a:lvl4pPr marL="1799951" indent="0">
              <a:buNone/>
              <a:defRPr sz="2625"/>
            </a:lvl4pPr>
            <a:lvl5pPr marL="2399934" indent="0">
              <a:buNone/>
              <a:defRPr sz="2625"/>
            </a:lvl5pPr>
            <a:lvl6pPr marL="2999918" indent="0">
              <a:buNone/>
              <a:defRPr sz="2625"/>
            </a:lvl6pPr>
            <a:lvl7pPr marL="3599901" indent="0">
              <a:buNone/>
              <a:defRPr sz="2625"/>
            </a:lvl7pPr>
            <a:lvl8pPr marL="4199885" indent="0">
              <a:buNone/>
              <a:defRPr sz="2625"/>
            </a:lvl8pPr>
            <a:lvl9pPr marL="4799868" indent="0">
              <a:buNone/>
              <a:defRPr sz="262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699862"/>
            <a:ext cx="3932237" cy="5001827"/>
          </a:xfrm>
        </p:spPr>
        <p:txBody>
          <a:bodyPr/>
          <a:lstStyle>
            <a:lvl1pPr marL="0" indent="0">
              <a:buNone/>
              <a:defRPr sz="2100"/>
            </a:lvl1pPr>
            <a:lvl2pPr marL="599984" indent="0">
              <a:buNone/>
              <a:defRPr sz="1837"/>
            </a:lvl2pPr>
            <a:lvl3pPr marL="1199967" indent="0">
              <a:buNone/>
              <a:defRPr sz="1575"/>
            </a:lvl3pPr>
            <a:lvl4pPr marL="1799951" indent="0">
              <a:buNone/>
              <a:defRPr sz="1312"/>
            </a:lvl4pPr>
            <a:lvl5pPr marL="2399934" indent="0">
              <a:buNone/>
              <a:defRPr sz="1312"/>
            </a:lvl5pPr>
            <a:lvl6pPr marL="2999918" indent="0">
              <a:buNone/>
              <a:defRPr sz="1312"/>
            </a:lvl6pPr>
            <a:lvl7pPr marL="3599901" indent="0">
              <a:buNone/>
              <a:defRPr sz="1312"/>
            </a:lvl7pPr>
            <a:lvl8pPr marL="4199885" indent="0">
              <a:buNone/>
              <a:defRPr sz="1312"/>
            </a:lvl8pPr>
            <a:lvl9pPr marL="4799868" indent="0">
              <a:buNone/>
              <a:defRPr sz="131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47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37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79142"/>
            <a:ext cx="2628900" cy="76266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79142"/>
            <a:ext cx="7734300" cy="76266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6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79144"/>
            <a:ext cx="10515600" cy="1739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395710"/>
            <a:ext cx="10515600" cy="5710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E51D1-9768-4CEE-88EF-6000E2B70CB0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8341240"/>
            <a:ext cx="41148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8341240"/>
            <a:ext cx="2743200" cy="479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7A093-618F-4E7E-BECC-D48D5C93F2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975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199967" rtl="0" eaLnBrk="1" latinLnBrk="0" hangingPunct="1">
        <a:lnSpc>
          <a:spcPct val="90000"/>
        </a:lnSpc>
        <a:spcBef>
          <a:spcPct val="0"/>
        </a:spcBef>
        <a:buNone/>
        <a:defRPr sz="577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9992" indent="-299992" algn="l" defTabSz="1199967" rtl="0" eaLnBrk="1" latinLnBrk="0" hangingPunct="1">
        <a:lnSpc>
          <a:spcPct val="90000"/>
        </a:lnSpc>
        <a:spcBef>
          <a:spcPts val="1312"/>
        </a:spcBef>
        <a:buFont typeface="Arial" panose="020B0604020202020204" pitchFamily="34" charset="0"/>
        <a:buChar char="•"/>
        <a:defRPr sz="3674" kern="1200">
          <a:solidFill>
            <a:schemeClr val="tx1"/>
          </a:solidFill>
          <a:latin typeface="+mn-lt"/>
          <a:ea typeface="+mn-ea"/>
          <a:cs typeface="+mn-cs"/>
        </a:defRPr>
      </a:lvl1pPr>
      <a:lvl2pPr marL="899975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2pPr>
      <a:lvl3pPr marL="1499959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625" kern="1200">
          <a:solidFill>
            <a:schemeClr val="tx1"/>
          </a:solidFill>
          <a:latin typeface="+mn-lt"/>
          <a:ea typeface="+mn-ea"/>
          <a:cs typeface="+mn-cs"/>
        </a:defRPr>
      </a:lvl3pPr>
      <a:lvl4pPr marL="2099942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699926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329991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899893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499877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5099860" indent="-299992" algn="l" defTabSz="1199967" rtl="0" eaLnBrk="1" latinLnBrk="0" hangingPunct="1">
        <a:lnSpc>
          <a:spcPct val="90000"/>
        </a:lnSpc>
        <a:spcBef>
          <a:spcPts val="656"/>
        </a:spcBef>
        <a:buFont typeface="Arial" panose="020B0604020202020204" pitchFamily="34" charset="0"/>
        <a:buChar char="•"/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1pPr>
      <a:lvl2pPr marL="59998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2pPr>
      <a:lvl3pPr marL="1199967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3pPr>
      <a:lvl4pPr marL="179995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4pPr>
      <a:lvl5pPr marL="2399934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5pPr>
      <a:lvl6pPr marL="299991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6pPr>
      <a:lvl7pPr marL="3599901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7pPr>
      <a:lvl8pPr marL="4199885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8pPr>
      <a:lvl9pPr marL="4799868" algn="l" defTabSz="1199967" rtl="0" eaLnBrk="1" latinLnBrk="0" hangingPunct="1">
        <a:defRPr sz="23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1F5DE-2FF2-F119-90D0-BAA770FED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1C15CE-42FB-333B-A0B3-5E7FF1047F7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6042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>
            <a:extLst>
              <a:ext uri="{FF2B5EF4-FFF2-40B4-BE49-F238E27FC236}">
                <a16:creationId xmlns:a16="http://schemas.microsoft.com/office/drawing/2014/main" id="{F0BD6F09-E370-915B-6E7C-7377F7278848}"/>
              </a:ext>
            </a:extLst>
          </p:cNvPr>
          <p:cNvSpPr/>
          <p:nvPr/>
        </p:nvSpPr>
        <p:spPr>
          <a:xfrm>
            <a:off x="-9464" y="2505712"/>
            <a:ext cx="12192000" cy="127116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2BCEED4D-3FE8-5097-25AB-758085C623DA}"/>
              </a:ext>
            </a:extLst>
          </p:cNvPr>
          <p:cNvSpPr/>
          <p:nvPr/>
        </p:nvSpPr>
        <p:spPr>
          <a:xfrm>
            <a:off x="-4015" y="5301345"/>
            <a:ext cx="12192000" cy="1160600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Graphic 2" descr="Man outline">
            <a:extLst>
              <a:ext uri="{FF2B5EF4-FFF2-40B4-BE49-F238E27FC236}">
                <a16:creationId xmlns:a16="http://schemas.microsoft.com/office/drawing/2014/main" id="{183AE37B-4EE3-C202-778F-C4DA0CA501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90605" y="6399"/>
            <a:ext cx="1530283" cy="1530283"/>
          </a:xfrm>
          <a:prstGeom prst="rect">
            <a:avLst/>
          </a:prstGeom>
        </p:spPr>
      </p:pic>
      <p:sp>
        <p:nvSpPr>
          <p:cNvPr id="4" name="Cube 3">
            <a:extLst>
              <a:ext uri="{FF2B5EF4-FFF2-40B4-BE49-F238E27FC236}">
                <a16:creationId xmlns:a16="http://schemas.microsoft.com/office/drawing/2014/main" id="{B603462F-5DED-5C13-7AED-31D3680CACF3}"/>
              </a:ext>
            </a:extLst>
          </p:cNvPr>
          <p:cNvSpPr/>
          <p:nvPr/>
        </p:nvSpPr>
        <p:spPr>
          <a:xfrm>
            <a:off x="3819784" y="423421"/>
            <a:ext cx="739708" cy="72397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F42A50-6C9D-7376-9CA8-1865046A8381}"/>
              </a:ext>
            </a:extLst>
          </p:cNvPr>
          <p:cNvSpPr/>
          <p:nvPr/>
        </p:nvSpPr>
        <p:spPr>
          <a:xfrm>
            <a:off x="6062472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9F82335-0B39-2447-D730-6DF7D0BC9CB1}"/>
              </a:ext>
            </a:extLst>
          </p:cNvPr>
          <p:cNvSpPr/>
          <p:nvPr/>
        </p:nvSpPr>
        <p:spPr>
          <a:xfrm>
            <a:off x="6717792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48F421-ACE0-2503-365D-0FAF7E92AA05}"/>
              </a:ext>
            </a:extLst>
          </p:cNvPr>
          <p:cNvSpPr/>
          <p:nvPr/>
        </p:nvSpPr>
        <p:spPr>
          <a:xfrm>
            <a:off x="5870448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998F0C-3CD4-DA4C-29A4-3A49E49EB68A}"/>
              </a:ext>
            </a:extLst>
          </p:cNvPr>
          <p:cNvSpPr/>
          <p:nvPr/>
        </p:nvSpPr>
        <p:spPr>
          <a:xfrm>
            <a:off x="7732776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3B471B-57AD-079B-27C2-C1D7BDDB2E8A}"/>
              </a:ext>
            </a:extLst>
          </p:cNvPr>
          <p:cNvSpPr/>
          <p:nvPr/>
        </p:nvSpPr>
        <p:spPr>
          <a:xfrm>
            <a:off x="8159496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F133C6-9EC1-72A3-C8F1-7EF51D88F549}"/>
              </a:ext>
            </a:extLst>
          </p:cNvPr>
          <p:cNvSpPr/>
          <p:nvPr/>
        </p:nvSpPr>
        <p:spPr>
          <a:xfrm>
            <a:off x="7312152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894326-F325-F578-0C33-FE6AFDAB558F}"/>
              </a:ext>
            </a:extLst>
          </p:cNvPr>
          <p:cNvCxnSpPr>
            <a:cxnSpLocks/>
          </p:cNvCxnSpPr>
          <p:nvPr/>
        </p:nvCxnSpPr>
        <p:spPr>
          <a:xfrm>
            <a:off x="7668768" y="489881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216DB21F-03FC-BCBB-A758-9D75EA106260}"/>
              </a:ext>
            </a:extLst>
          </p:cNvPr>
          <p:cNvSpPr/>
          <p:nvPr/>
        </p:nvSpPr>
        <p:spPr>
          <a:xfrm>
            <a:off x="9430512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EB9B6BC-E8E0-DA8E-DBD9-81E9D1CF03F6}"/>
              </a:ext>
            </a:extLst>
          </p:cNvPr>
          <p:cNvSpPr/>
          <p:nvPr/>
        </p:nvSpPr>
        <p:spPr>
          <a:xfrm>
            <a:off x="9610344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BF7AF8-3F2A-91ED-A14B-FF5819522606}"/>
              </a:ext>
            </a:extLst>
          </p:cNvPr>
          <p:cNvSpPr/>
          <p:nvPr/>
        </p:nvSpPr>
        <p:spPr>
          <a:xfrm>
            <a:off x="8763000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48CE65-1381-3122-4854-508B1673259E}"/>
              </a:ext>
            </a:extLst>
          </p:cNvPr>
          <p:cNvSpPr/>
          <p:nvPr/>
        </p:nvSpPr>
        <p:spPr>
          <a:xfrm>
            <a:off x="10881360" y="627041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C0EAD11-ABB9-E86A-1851-99D7447D4E81}"/>
              </a:ext>
            </a:extLst>
          </p:cNvPr>
          <p:cNvSpPr/>
          <p:nvPr/>
        </p:nvSpPr>
        <p:spPr>
          <a:xfrm>
            <a:off x="11225784" y="627041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E2FD659-6CC0-6E20-19F6-6C5B981D6CDF}"/>
              </a:ext>
            </a:extLst>
          </p:cNvPr>
          <p:cNvSpPr/>
          <p:nvPr/>
        </p:nvSpPr>
        <p:spPr>
          <a:xfrm>
            <a:off x="10213848" y="374439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39D54D7-2DEF-2924-B9E3-7799F3E76299}"/>
              </a:ext>
            </a:extLst>
          </p:cNvPr>
          <p:cNvCxnSpPr>
            <a:cxnSpLocks/>
          </p:cNvCxnSpPr>
          <p:nvPr/>
        </p:nvCxnSpPr>
        <p:spPr>
          <a:xfrm>
            <a:off x="11152632" y="489881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8B61F1A9-3640-7972-4E1B-47CF0396EAAF}"/>
              </a:ext>
            </a:extLst>
          </p:cNvPr>
          <p:cNvSpPr/>
          <p:nvPr/>
        </p:nvSpPr>
        <p:spPr>
          <a:xfrm>
            <a:off x="6062472" y="1946984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A3D1E8C-6CBE-1932-F4E7-993DC8A3DD8C}"/>
              </a:ext>
            </a:extLst>
          </p:cNvPr>
          <p:cNvSpPr/>
          <p:nvPr/>
        </p:nvSpPr>
        <p:spPr>
          <a:xfrm>
            <a:off x="6717792" y="1946984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D22A964-DFFE-74EA-7559-5853898B23C9}"/>
              </a:ext>
            </a:extLst>
          </p:cNvPr>
          <p:cNvSpPr/>
          <p:nvPr/>
        </p:nvSpPr>
        <p:spPr>
          <a:xfrm>
            <a:off x="5870448" y="1694382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8889FAE-6DFB-16D1-E7F7-9514A485A1FE}"/>
              </a:ext>
            </a:extLst>
          </p:cNvPr>
          <p:cNvSpPr/>
          <p:nvPr/>
        </p:nvSpPr>
        <p:spPr>
          <a:xfrm>
            <a:off x="7732776" y="1946984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9375D0E-7246-D238-0246-40240983B9D8}"/>
              </a:ext>
            </a:extLst>
          </p:cNvPr>
          <p:cNvSpPr/>
          <p:nvPr/>
        </p:nvSpPr>
        <p:spPr>
          <a:xfrm>
            <a:off x="8159496" y="1946984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9555A87C-0516-F87E-DE24-9FC370201A0C}"/>
              </a:ext>
            </a:extLst>
          </p:cNvPr>
          <p:cNvSpPr/>
          <p:nvPr/>
        </p:nvSpPr>
        <p:spPr>
          <a:xfrm>
            <a:off x="7312152" y="1694382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B59EA20-04B5-FDB8-B84E-B30C23BDC673}"/>
              </a:ext>
            </a:extLst>
          </p:cNvPr>
          <p:cNvCxnSpPr>
            <a:cxnSpLocks/>
          </p:cNvCxnSpPr>
          <p:nvPr/>
        </p:nvCxnSpPr>
        <p:spPr>
          <a:xfrm>
            <a:off x="7668768" y="1809824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F8F938B0-CA7D-8901-12BC-D52659F7CB76}"/>
              </a:ext>
            </a:extLst>
          </p:cNvPr>
          <p:cNvSpPr/>
          <p:nvPr/>
        </p:nvSpPr>
        <p:spPr>
          <a:xfrm>
            <a:off x="9348216" y="1946984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DA510F-AE81-B0BE-5434-901241445EC1}"/>
              </a:ext>
            </a:extLst>
          </p:cNvPr>
          <p:cNvSpPr/>
          <p:nvPr/>
        </p:nvSpPr>
        <p:spPr>
          <a:xfrm>
            <a:off x="9610344" y="1946984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A449B79-128F-9980-548C-C2FFC4328250}"/>
              </a:ext>
            </a:extLst>
          </p:cNvPr>
          <p:cNvSpPr/>
          <p:nvPr/>
        </p:nvSpPr>
        <p:spPr>
          <a:xfrm>
            <a:off x="8763000" y="1694382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039BB2B-3F6B-65BA-636A-FA6C767B1B10}"/>
              </a:ext>
            </a:extLst>
          </p:cNvPr>
          <p:cNvSpPr/>
          <p:nvPr/>
        </p:nvSpPr>
        <p:spPr>
          <a:xfrm>
            <a:off x="10872216" y="1946984"/>
            <a:ext cx="173736" cy="173736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AD23AC7-AF00-B640-9461-1FC9926B4CEC}"/>
              </a:ext>
            </a:extLst>
          </p:cNvPr>
          <p:cNvSpPr/>
          <p:nvPr/>
        </p:nvSpPr>
        <p:spPr>
          <a:xfrm>
            <a:off x="11225784" y="1946984"/>
            <a:ext cx="173736" cy="1737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F50F72E-119E-C6BB-166B-A4574143FCB4}"/>
              </a:ext>
            </a:extLst>
          </p:cNvPr>
          <p:cNvSpPr/>
          <p:nvPr/>
        </p:nvSpPr>
        <p:spPr>
          <a:xfrm>
            <a:off x="10204704" y="1694382"/>
            <a:ext cx="1444752" cy="691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C3AD1A2-C0ED-1F4C-E2E9-365F4F68DE41}"/>
              </a:ext>
            </a:extLst>
          </p:cNvPr>
          <p:cNvCxnSpPr>
            <a:cxnSpLocks/>
          </p:cNvCxnSpPr>
          <p:nvPr/>
        </p:nvCxnSpPr>
        <p:spPr>
          <a:xfrm>
            <a:off x="11158728" y="1831160"/>
            <a:ext cx="3322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6D41BE69-A34D-6494-6B65-D11A2591D3B9}"/>
              </a:ext>
            </a:extLst>
          </p:cNvPr>
          <p:cNvSpPr txBox="1"/>
          <p:nvPr/>
        </p:nvSpPr>
        <p:spPr>
          <a:xfrm>
            <a:off x="795212" y="1509220"/>
            <a:ext cx="24957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Entities with elongated parts and curvilinear edges (i.e., people)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8FBA4D6-C546-063F-CB87-9A4B4360C7DB}"/>
              </a:ext>
            </a:extLst>
          </p:cNvPr>
          <p:cNvSpPr txBox="1"/>
          <p:nvPr/>
        </p:nvSpPr>
        <p:spPr>
          <a:xfrm>
            <a:off x="3321817" y="1509553"/>
            <a:ext cx="22312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Things with smooth, rectilinear edges (i.e., objects)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B5ED76B-D3ED-BA2E-C7BA-B9F69FAED544}"/>
              </a:ext>
            </a:extLst>
          </p:cNvPr>
          <p:cNvSpPr txBox="1"/>
          <p:nvPr/>
        </p:nvSpPr>
        <p:spPr>
          <a:xfrm>
            <a:off x="5972793" y="1050"/>
            <a:ext cx="56805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in B following contact from A (contact causality)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53DB51C-F0CF-8807-3F7B-3950F77805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578" y="2670531"/>
            <a:ext cx="2731433" cy="354232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8F39B1EA-F35F-DADE-592B-88E45B2D5F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32" y="3219500"/>
            <a:ext cx="2740578" cy="371966"/>
          </a:xfrm>
          <a:prstGeom prst="rect">
            <a:avLst/>
          </a:prstGeom>
        </p:spPr>
      </p:pic>
      <p:pic>
        <p:nvPicPr>
          <p:cNvPr id="59" name="Graphic 58" descr="Man outline">
            <a:extLst>
              <a:ext uri="{FF2B5EF4-FFF2-40B4-BE49-F238E27FC236}">
                <a16:creationId xmlns:a16="http://schemas.microsoft.com/office/drawing/2014/main" id="{BD71D80C-61AA-921C-6108-79605B41ED0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4988" y="2546413"/>
            <a:ext cx="1092183" cy="1092183"/>
          </a:xfrm>
          <a:prstGeom prst="rect">
            <a:avLst/>
          </a:prstGeom>
        </p:spPr>
      </p:pic>
      <p:sp>
        <p:nvSpPr>
          <p:cNvPr id="68" name="Cube 67">
            <a:extLst>
              <a:ext uri="{FF2B5EF4-FFF2-40B4-BE49-F238E27FC236}">
                <a16:creationId xmlns:a16="http://schemas.microsoft.com/office/drawing/2014/main" id="{00D33B31-C57F-78C4-E8D5-99ED850D1389}"/>
              </a:ext>
            </a:extLst>
          </p:cNvPr>
          <p:cNvSpPr/>
          <p:nvPr/>
        </p:nvSpPr>
        <p:spPr>
          <a:xfrm>
            <a:off x="7219684" y="2828016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6F135C01-9828-BC9B-DC4A-7ED07ED323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3332" y="2960099"/>
            <a:ext cx="2731433" cy="354232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4B314AE6-3690-9FFA-1CED-A892065F0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578" y="5477682"/>
            <a:ext cx="2731433" cy="354232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3E698498-C7EB-FF0A-4F29-5CA1419F91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32" y="6026651"/>
            <a:ext cx="2740578" cy="371966"/>
          </a:xfrm>
          <a:prstGeom prst="rect">
            <a:avLst/>
          </a:prstGeom>
        </p:spPr>
      </p:pic>
      <p:pic>
        <p:nvPicPr>
          <p:cNvPr id="75" name="Graphic 74" descr="Man outline">
            <a:extLst>
              <a:ext uri="{FF2B5EF4-FFF2-40B4-BE49-F238E27FC236}">
                <a16:creationId xmlns:a16="http://schemas.microsoft.com/office/drawing/2014/main" id="{20B93CE8-644F-5AEC-FA41-8AF39B8D5A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4988" y="5353564"/>
            <a:ext cx="1092183" cy="1092183"/>
          </a:xfrm>
          <a:prstGeom prst="rect">
            <a:avLst/>
          </a:prstGeom>
        </p:spPr>
      </p:pic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736EF25-A031-F058-79DB-D123B70D9AED}"/>
              </a:ext>
            </a:extLst>
          </p:cNvPr>
          <p:cNvCxnSpPr>
            <a:cxnSpLocks/>
            <a:endCxn id="73" idx="1"/>
          </p:cNvCxnSpPr>
          <p:nvPr/>
        </p:nvCxnSpPr>
        <p:spPr>
          <a:xfrm flipV="1">
            <a:off x="2121411" y="5654799"/>
            <a:ext cx="926167" cy="470135"/>
          </a:xfrm>
          <a:prstGeom prst="straightConnector1">
            <a:avLst/>
          </a:prstGeom>
          <a:ln w="698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9EB2091-E199-C641-7729-A05FC8A3D8B0}"/>
              </a:ext>
            </a:extLst>
          </p:cNvPr>
          <p:cNvCxnSpPr>
            <a:cxnSpLocks/>
            <a:endCxn id="74" idx="1"/>
          </p:cNvCxnSpPr>
          <p:nvPr/>
        </p:nvCxnSpPr>
        <p:spPr>
          <a:xfrm flipV="1">
            <a:off x="2121410" y="6212634"/>
            <a:ext cx="917022" cy="40356"/>
          </a:xfrm>
          <a:prstGeom prst="straightConnector1">
            <a:avLst/>
          </a:prstGeom>
          <a:ln w="698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Cube 77">
            <a:extLst>
              <a:ext uri="{FF2B5EF4-FFF2-40B4-BE49-F238E27FC236}">
                <a16:creationId xmlns:a16="http://schemas.microsoft.com/office/drawing/2014/main" id="{5C82B076-4E15-A93A-3EFE-B0894D307AB2}"/>
              </a:ext>
            </a:extLst>
          </p:cNvPr>
          <p:cNvSpPr/>
          <p:nvPr/>
        </p:nvSpPr>
        <p:spPr>
          <a:xfrm>
            <a:off x="7216636" y="5526780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77F3D02F-CCDF-39CB-03B3-F929BCFE1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284" y="5658863"/>
            <a:ext cx="2731433" cy="354232"/>
          </a:xfrm>
          <a:prstGeom prst="rect">
            <a:avLst/>
          </a:prstGeom>
        </p:spPr>
      </p:pic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91399A1-1F64-489D-EB5C-FFCEBC9D4563}"/>
              </a:ext>
            </a:extLst>
          </p:cNvPr>
          <p:cNvCxnSpPr>
            <a:cxnSpLocks/>
          </p:cNvCxnSpPr>
          <p:nvPr/>
        </p:nvCxnSpPr>
        <p:spPr>
          <a:xfrm flipV="1">
            <a:off x="7914745" y="5835980"/>
            <a:ext cx="627251" cy="785"/>
          </a:xfrm>
          <a:prstGeom prst="straightConnector1">
            <a:avLst/>
          </a:prstGeom>
          <a:ln w="6985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Picture 88">
            <a:extLst>
              <a:ext uri="{FF2B5EF4-FFF2-40B4-BE49-F238E27FC236}">
                <a16:creationId xmlns:a16="http://schemas.microsoft.com/office/drawing/2014/main" id="{D580349A-6D17-6A79-9022-70B6016A2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3674" y="4008763"/>
            <a:ext cx="2731433" cy="354232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1AB1758E-7206-FD2A-09FE-BD87FB5CFC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528" y="4557732"/>
            <a:ext cx="2740578" cy="371966"/>
          </a:xfrm>
          <a:prstGeom prst="rect">
            <a:avLst/>
          </a:prstGeom>
        </p:spPr>
      </p:pic>
      <p:pic>
        <p:nvPicPr>
          <p:cNvPr id="91" name="Graphic 90" descr="Man outline">
            <a:extLst>
              <a:ext uri="{FF2B5EF4-FFF2-40B4-BE49-F238E27FC236}">
                <a16:creationId xmlns:a16="http://schemas.microsoft.com/office/drawing/2014/main" id="{F68BAE1E-31F6-3B44-DD9F-0E473C82C3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01084" y="3884645"/>
            <a:ext cx="1092183" cy="1092183"/>
          </a:xfrm>
          <a:prstGeom prst="rect">
            <a:avLst/>
          </a:prstGeom>
        </p:spPr>
      </p:pic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93DBD700-DB8E-D86F-2D88-F769E3EFBD2E}"/>
              </a:ext>
            </a:extLst>
          </p:cNvPr>
          <p:cNvCxnSpPr>
            <a:cxnSpLocks/>
            <a:endCxn id="89" idx="1"/>
          </p:cNvCxnSpPr>
          <p:nvPr/>
        </p:nvCxnSpPr>
        <p:spPr>
          <a:xfrm flipV="1">
            <a:off x="2127507" y="4185880"/>
            <a:ext cx="926167" cy="47013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4A217769-71B8-0E51-CDB6-92587165AC47}"/>
              </a:ext>
            </a:extLst>
          </p:cNvPr>
          <p:cNvCxnSpPr>
            <a:cxnSpLocks/>
            <a:endCxn id="90" idx="1"/>
          </p:cNvCxnSpPr>
          <p:nvPr/>
        </p:nvCxnSpPr>
        <p:spPr>
          <a:xfrm flipV="1">
            <a:off x="2127506" y="4743715"/>
            <a:ext cx="917022" cy="40356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4" name="Cube 93">
            <a:extLst>
              <a:ext uri="{FF2B5EF4-FFF2-40B4-BE49-F238E27FC236}">
                <a16:creationId xmlns:a16="http://schemas.microsoft.com/office/drawing/2014/main" id="{B8366FE8-52D7-0B32-31A5-387F8DED584E}"/>
              </a:ext>
            </a:extLst>
          </p:cNvPr>
          <p:cNvSpPr/>
          <p:nvPr/>
        </p:nvSpPr>
        <p:spPr>
          <a:xfrm>
            <a:off x="7225780" y="4142185"/>
            <a:ext cx="614606" cy="601531"/>
          </a:xfrm>
          <a:prstGeom prst="cub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5" name="Picture 94">
            <a:extLst>
              <a:ext uri="{FF2B5EF4-FFF2-40B4-BE49-F238E27FC236}">
                <a16:creationId xmlns:a16="http://schemas.microsoft.com/office/drawing/2014/main" id="{E505052D-3694-4CDE-60A4-B981DFB578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9428" y="4274268"/>
            <a:ext cx="2731433" cy="354232"/>
          </a:xfrm>
          <a:prstGeom prst="rect">
            <a:avLst/>
          </a:prstGeom>
        </p:spPr>
      </p:pic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514C4474-1E92-4C15-5312-A91AF8F826B3}"/>
              </a:ext>
            </a:extLst>
          </p:cNvPr>
          <p:cNvCxnSpPr>
            <a:cxnSpLocks/>
          </p:cNvCxnSpPr>
          <p:nvPr/>
        </p:nvCxnSpPr>
        <p:spPr>
          <a:xfrm flipV="1">
            <a:off x="7923889" y="4451385"/>
            <a:ext cx="627251" cy="785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1D905887-BF8A-778D-F560-74C17342537E}"/>
              </a:ext>
            </a:extLst>
          </p:cNvPr>
          <p:cNvSpPr txBox="1"/>
          <p:nvPr/>
        </p:nvSpPr>
        <p:spPr>
          <a:xfrm>
            <a:off x="4592560" y="1084024"/>
            <a:ext cx="82605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Motion in B in the absence of contact from A </a:t>
            </a:r>
            <a:b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(action-at-a-distance causality)</a:t>
            </a:r>
          </a:p>
        </p:txBody>
      </p:sp>
      <p:pic>
        <p:nvPicPr>
          <p:cNvPr id="116" name="Picture 115">
            <a:extLst>
              <a:ext uri="{FF2B5EF4-FFF2-40B4-BE49-F238E27FC236}">
                <a16:creationId xmlns:a16="http://schemas.microsoft.com/office/drawing/2014/main" id="{68F28F81-32A1-3E82-ECEF-468473B459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2351" y="7178514"/>
            <a:ext cx="1287682" cy="1322173"/>
          </a:xfrm>
          <a:prstGeom prst="rect">
            <a:avLst/>
          </a:prstGeom>
        </p:spPr>
      </p:pic>
      <p:pic>
        <p:nvPicPr>
          <p:cNvPr id="118" name="Picture 117">
            <a:extLst>
              <a:ext uri="{FF2B5EF4-FFF2-40B4-BE49-F238E27FC236}">
                <a16:creationId xmlns:a16="http://schemas.microsoft.com/office/drawing/2014/main" id="{A9006315-416A-F576-D55A-B82A20B050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82" y="8274043"/>
            <a:ext cx="3832794" cy="610803"/>
          </a:xfrm>
          <a:prstGeom prst="rect">
            <a:avLst/>
          </a:prstGeom>
        </p:spPr>
      </p:pic>
      <p:sp>
        <p:nvSpPr>
          <p:cNvPr id="121" name="TextBox 120">
            <a:extLst>
              <a:ext uri="{FF2B5EF4-FFF2-40B4-BE49-F238E27FC236}">
                <a16:creationId xmlns:a16="http://schemas.microsoft.com/office/drawing/2014/main" id="{99AB9629-DF22-17FA-65A0-AEB2000F2B48}"/>
              </a:ext>
            </a:extLst>
          </p:cNvPr>
          <p:cNvSpPr txBox="1"/>
          <p:nvPr/>
        </p:nvSpPr>
        <p:spPr>
          <a:xfrm>
            <a:off x="-73692" y="-90007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CA00D84-DE53-10BF-87BB-2224E52316F0}"/>
              </a:ext>
            </a:extLst>
          </p:cNvPr>
          <p:cNvSpPr txBox="1"/>
          <p:nvPr/>
        </p:nvSpPr>
        <p:spPr>
          <a:xfrm>
            <a:off x="-86249" y="2495286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E8A405A-8294-FF79-22DA-E4479FE9C71C}"/>
              </a:ext>
            </a:extLst>
          </p:cNvPr>
          <p:cNvSpPr txBox="1"/>
          <p:nvPr/>
        </p:nvSpPr>
        <p:spPr>
          <a:xfrm>
            <a:off x="-90262" y="6399031"/>
            <a:ext cx="207892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343FFED4-E899-E374-4A2D-52023D419B3C}"/>
              </a:ext>
            </a:extLst>
          </p:cNvPr>
          <p:cNvCxnSpPr>
            <a:cxnSpLocks/>
          </p:cNvCxnSpPr>
          <p:nvPr/>
        </p:nvCxnSpPr>
        <p:spPr>
          <a:xfrm flipH="1">
            <a:off x="733015" y="2562235"/>
            <a:ext cx="12263" cy="38363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5BD3A7C3-7D1A-8704-BD39-4DB4579A4C7C}"/>
              </a:ext>
            </a:extLst>
          </p:cNvPr>
          <p:cNvSpPr txBox="1"/>
          <p:nvPr/>
        </p:nvSpPr>
        <p:spPr>
          <a:xfrm rot="5400000">
            <a:off x="565035" y="4708359"/>
            <a:ext cx="7491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E5E04ABD-3868-B52E-4FE5-BE72578AADC2}"/>
              </a:ext>
            </a:extLst>
          </p:cNvPr>
          <p:cNvCxnSpPr>
            <a:cxnSpLocks/>
          </p:cNvCxnSpPr>
          <p:nvPr/>
        </p:nvCxnSpPr>
        <p:spPr>
          <a:xfrm flipV="1">
            <a:off x="2135528" y="2858396"/>
            <a:ext cx="926167" cy="470135"/>
          </a:xfrm>
          <a:prstGeom prst="straightConnector1">
            <a:avLst/>
          </a:prstGeom>
          <a:ln w="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B4633AB-1A65-AF1D-0082-858E7718DD01}"/>
              </a:ext>
            </a:extLst>
          </p:cNvPr>
          <p:cNvCxnSpPr>
            <a:cxnSpLocks/>
          </p:cNvCxnSpPr>
          <p:nvPr/>
        </p:nvCxnSpPr>
        <p:spPr>
          <a:xfrm flipV="1">
            <a:off x="2135527" y="3416231"/>
            <a:ext cx="917022" cy="40356"/>
          </a:xfrm>
          <a:prstGeom prst="straightConnector1">
            <a:avLst/>
          </a:prstGeom>
          <a:ln w="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1EC09BD-9AE4-E74D-38AC-CCB032A08F2E}"/>
              </a:ext>
            </a:extLst>
          </p:cNvPr>
          <p:cNvCxnSpPr>
            <a:cxnSpLocks/>
          </p:cNvCxnSpPr>
          <p:nvPr/>
        </p:nvCxnSpPr>
        <p:spPr>
          <a:xfrm flipV="1">
            <a:off x="7931908" y="3135931"/>
            <a:ext cx="627251" cy="785"/>
          </a:xfrm>
          <a:prstGeom prst="straightConnector1">
            <a:avLst/>
          </a:prstGeom>
          <a:ln w="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75BBB35-72FC-D5F3-90E7-B7E1C4F1D602}"/>
              </a:ext>
            </a:extLst>
          </p:cNvPr>
          <p:cNvSpPr txBox="1"/>
          <p:nvPr/>
        </p:nvSpPr>
        <p:spPr>
          <a:xfrm>
            <a:off x="6699003" y="6554363"/>
            <a:ext cx="870751" cy="70788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4000" dirty="0"/>
              <a:t>OR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502CF49-A1AD-19B8-9A3D-C24EC838AB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8036120"/>
            <a:ext cx="870038" cy="893343"/>
          </a:xfrm>
          <a:prstGeom prst="rect">
            <a:avLst/>
          </a:prstGeom>
        </p:spPr>
      </p:pic>
      <p:sp>
        <p:nvSpPr>
          <p:cNvPr id="16" name="Thought Bubble: Cloud 15">
            <a:extLst>
              <a:ext uri="{FF2B5EF4-FFF2-40B4-BE49-F238E27FC236}">
                <a16:creationId xmlns:a16="http://schemas.microsoft.com/office/drawing/2014/main" id="{6AAED9C6-B2D0-FB70-CD7B-D2929124F337}"/>
              </a:ext>
            </a:extLst>
          </p:cNvPr>
          <p:cNvSpPr/>
          <p:nvPr/>
        </p:nvSpPr>
        <p:spPr>
          <a:xfrm rot="1580350">
            <a:off x="8181520" y="6730711"/>
            <a:ext cx="3658597" cy="1892647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D676998-27CE-6668-B097-869A5D87E375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884686" y="7354668"/>
            <a:ext cx="2502000" cy="3384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214E2EC5-E097-8078-26B8-974F224134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8962" y="7717727"/>
            <a:ext cx="2500558" cy="339389"/>
          </a:xfrm>
          <a:prstGeom prst="rect">
            <a:avLst/>
          </a:prstGeom>
        </p:spPr>
      </p:pic>
      <p:sp>
        <p:nvSpPr>
          <p:cNvPr id="31" name="Thought Bubble: Cloud 30">
            <a:extLst>
              <a:ext uri="{FF2B5EF4-FFF2-40B4-BE49-F238E27FC236}">
                <a16:creationId xmlns:a16="http://schemas.microsoft.com/office/drawing/2014/main" id="{630EC7B3-56A4-33BC-AF3A-F87EA263F8DD}"/>
              </a:ext>
            </a:extLst>
          </p:cNvPr>
          <p:cNvSpPr/>
          <p:nvPr/>
        </p:nvSpPr>
        <p:spPr>
          <a:xfrm rot="1580350">
            <a:off x="3354635" y="6779956"/>
            <a:ext cx="3658597" cy="1892647"/>
          </a:xfrm>
          <a:prstGeom prst="cloudCallou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01DB04-49C6-D350-2BC5-92BF5C60E28A}"/>
              </a:ext>
            </a:extLst>
          </p:cNvPr>
          <p:cNvSpPr txBox="1"/>
          <p:nvPr/>
        </p:nvSpPr>
        <p:spPr>
          <a:xfrm>
            <a:off x="964418" y="2524166"/>
            <a:ext cx="5178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6E32503-3D6A-478E-1B02-F94ABE7C3F62}"/>
              </a:ext>
            </a:extLst>
          </p:cNvPr>
          <p:cNvSpPr txBox="1"/>
          <p:nvPr/>
        </p:nvSpPr>
        <p:spPr>
          <a:xfrm>
            <a:off x="956430" y="3830268"/>
            <a:ext cx="5178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56C4D0-7F14-106A-F48A-952959D2963D}"/>
              </a:ext>
            </a:extLst>
          </p:cNvPr>
          <p:cNvSpPr txBox="1"/>
          <p:nvPr/>
        </p:nvSpPr>
        <p:spPr>
          <a:xfrm>
            <a:off x="952418" y="5354271"/>
            <a:ext cx="517890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T3</a:t>
            </a:r>
          </a:p>
        </p:txBody>
      </p:sp>
    </p:spTree>
    <p:extLst>
      <p:ext uri="{BB962C8B-B14F-4D97-AF65-F5344CB8AC3E}">
        <p14:creationId xmlns:p14="http://schemas.microsoft.com/office/powerpoint/2010/main" val="2684418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</TotalTime>
  <Words>67</Words>
  <Application>Microsoft Office PowerPoint</Application>
  <PresentationFormat>Custom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Benton, Deon</dc:creator>
  <cp:lastModifiedBy>Benton, Deon</cp:lastModifiedBy>
  <cp:revision>13</cp:revision>
  <dcterms:created xsi:type="dcterms:W3CDTF">2026-10-07T21:04:05Z</dcterms:created>
  <dcterms:modified xsi:type="dcterms:W3CDTF">2026-10-08T14:09:39Z</dcterms:modified>
</cp:coreProperties>
</file>