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8999538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3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2062083"/>
            <a:ext cx="7649607" cy="4386662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6617911"/>
            <a:ext cx="6749654" cy="3042080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90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7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3141251"/>
            <a:ext cx="7762102" cy="5241244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8432079"/>
            <a:ext cx="7762102" cy="2756246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82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82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71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3354163"/>
            <a:ext cx="3824804" cy="79945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3354163"/>
            <a:ext cx="3824804" cy="79945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16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670836"/>
            <a:ext cx="7762102" cy="24354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3088748"/>
            <a:ext cx="3807226" cy="1513748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4602496"/>
            <a:ext cx="3807226" cy="6769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3088748"/>
            <a:ext cx="3825976" cy="1513748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4602496"/>
            <a:ext cx="3825976" cy="6769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4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69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5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839999"/>
            <a:ext cx="2902585" cy="2939997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814168"/>
            <a:ext cx="4556016" cy="8954158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779996"/>
            <a:ext cx="2902585" cy="7002911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7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839999"/>
            <a:ext cx="2902585" cy="2939997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814168"/>
            <a:ext cx="4556016" cy="8954158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3779996"/>
            <a:ext cx="2902585" cy="7002911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49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77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670833"/>
            <a:ext cx="1940525" cy="106779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670833"/>
            <a:ext cx="5709082" cy="106779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670836"/>
            <a:ext cx="7762102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3354163"/>
            <a:ext cx="7762102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11678325"/>
            <a:ext cx="2024896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AD3FD-9944-4FF6-BFB0-4DFF885460AC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11678325"/>
            <a:ext cx="3037344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11678325"/>
            <a:ext cx="2024896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72CC0-707A-46C7-AFD4-6BAAA9417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5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48FB-94BD-A4A4-4C67-34B1B58C4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7358BB-C959-BFEB-BC9D-BC9323457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08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DA98F3-7D79-CE07-3E8A-62BBC4379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01" y="4256045"/>
            <a:ext cx="6938133" cy="4127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06D05C-EF89-3768-F1A3-F0680C2CB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101" y="6825"/>
            <a:ext cx="6938133" cy="41526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5DE6F1-4E12-BD5A-FC27-A356F5CD5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102" y="8451129"/>
            <a:ext cx="6987130" cy="415235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AFB91C-7FBD-0A02-8904-7E43D61C32EE}"/>
              </a:ext>
            </a:extLst>
          </p:cNvPr>
          <p:cNvCxnSpPr/>
          <p:nvPr/>
        </p:nvCxnSpPr>
        <p:spPr>
          <a:xfrm>
            <a:off x="716280" y="1844040"/>
            <a:ext cx="0" cy="94335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2757EF-6130-41B0-44DF-F589ACA39970}"/>
              </a:ext>
            </a:extLst>
          </p:cNvPr>
          <p:cNvSpPr txBox="1"/>
          <p:nvPr/>
        </p:nvSpPr>
        <p:spPr>
          <a:xfrm rot="5400000">
            <a:off x="382374" y="5869107"/>
            <a:ext cx="152958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422807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</cp:revision>
  <dcterms:created xsi:type="dcterms:W3CDTF">2026-10-08T17:12:31Z</dcterms:created>
  <dcterms:modified xsi:type="dcterms:W3CDTF">2026-10-08T17:23:34Z</dcterms:modified>
</cp:coreProperties>
</file>