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829" r:id="rId2"/>
    <p:sldId id="830" r:id="rId3"/>
    <p:sldId id="831" r:id="rId4"/>
  </p:sldIdLst>
  <p:sldSz cx="12960350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0370" autoAdjust="0"/>
  </p:normalViewPr>
  <p:slideViewPr>
    <p:cSldViewPr snapToGrid="0">
      <p:cViewPr varScale="1">
        <p:scale>
          <a:sx n="94" d="100"/>
          <a:sy n="94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D4D1A-E085-4301-B8FE-3ACA6372602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1143000"/>
            <a:ext cx="5051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DC872-AB55-4ED2-A389-F3A88CF6D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0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3288" y="1143000"/>
            <a:ext cx="5051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it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C872-AB55-4ED2-A389-F3A88CF6DF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22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81D1-0A9B-9181-CF37-FA38364C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7DB28-ECE9-D80C-1E05-C00DB436E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3288" y="1143000"/>
            <a:ext cx="5051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7D2AD-59B2-4BB5-58E0-219BCEFB0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it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6D2F-26A5-B02A-8BB3-D6E994DC5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C872-AB55-4ED2-A389-F3A88CF6DF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51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4A5F-56BA-1B41-5B01-68BCD60D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C2974-7967-B130-A40F-7D242A9D2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3288" y="1143000"/>
            <a:ext cx="5051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CD270-FE48-DEE2-9D93-646FD9EA8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it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07743-0A05-3D08-E55F-2988125C0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C872-AB55-4ED2-A389-F3A88CF6DF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0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44" y="1296173"/>
            <a:ext cx="9720263" cy="2757347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4159854"/>
            <a:ext cx="9720263" cy="1912175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04" indent="0" algn="ctr">
              <a:buNone/>
              <a:defRPr sz="2126"/>
            </a:lvl2pPr>
            <a:lvl3pPr marL="972007" indent="0" algn="ctr">
              <a:buNone/>
              <a:defRPr sz="1913"/>
            </a:lvl3pPr>
            <a:lvl4pPr marL="1458011" indent="0" algn="ctr">
              <a:buNone/>
              <a:defRPr sz="1701"/>
            </a:lvl4pPr>
            <a:lvl5pPr marL="1944014" indent="0" algn="ctr">
              <a:buNone/>
              <a:defRPr sz="1701"/>
            </a:lvl5pPr>
            <a:lvl6pPr marL="2430018" indent="0" algn="ctr">
              <a:buNone/>
              <a:defRPr sz="1701"/>
            </a:lvl6pPr>
            <a:lvl7pPr marL="2916022" indent="0" algn="ctr">
              <a:buNone/>
              <a:defRPr sz="1701"/>
            </a:lvl7pPr>
            <a:lvl8pPr marL="3402025" indent="0" algn="ctr">
              <a:buNone/>
              <a:defRPr sz="1701"/>
            </a:lvl8pPr>
            <a:lvl9pPr marL="3888029" indent="0" algn="ctr">
              <a:buNone/>
              <a:defRPr sz="17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3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6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4" y="1974511"/>
            <a:ext cx="11178302" cy="3294515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4" y="5300193"/>
            <a:ext cx="11178302" cy="1732508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>
                    <a:tint val="75000"/>
                  </a:schemeClr>
                </a:solidFill>
              </a:defRPr>
            </a:lvl1pPr>
            <a:lvl2pPr marL="486004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2pPr>
            <a:lvl3pPr marL="972007" indent="0">
              <a:buNone/>
              <a:defRPr sz="1913">
                <a:solidFill>
                  <a:schemeClr val="tx1">
                    <a:tint val="75000"/>
                  </a:schemeClr>
                </a:solidFill>
              </a:defRPr>
            </a:lvl3pPr>
            <a:lvl4pPr marL="1458011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4pPr>
            <a:lvl5pPr marL="1944014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5pPr>
            <a:lvl6pPr marL="243001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6pPr>
            <a:lvl7pPr marL="2916022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7pPr>
            <a:lvl8pPr marL="3402025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8pPr>
            <a:lvl9pPr marL="3888029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2108344"/>
            <a:ext cx="5508149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2108344"/>
            <a:ext cx="5508149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4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421669"/>
            <a:ext cx="11178302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1941510"/>
            <a:ext cx="5482835" cy="95150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2893014"/>
            <a:ext cx="5482835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7" y="1941510"/>
            <a:ext cx="5509837" cy="95150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7" y="2893014"/>
            <a:ext cx="5509837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6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5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3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528002"/>
            <a:ext cx="4180050" cy="1848009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1140340"/>
            <a:ext cx="6561177" cy="5628360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376011"/>
            <a:ext cx="4180050" cy="4401855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5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528002"/>
            <a:ext cx="4180050" cy="1848009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1140340"/>
            <a:ext cx="6561177" cy="5628360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04" indent="0">
              <a:buNone/>
              <a:defRPr sz="2976"/>
            </a:lvl2pPr>
            <a:lvl3pPr marL="972007" indent="0">
              <a:buNone/>
              <a:defRPr sz="2551"/>
            </a:lvl3pPr>
            <a:lvl4pPr marL="1458011" indent="0">
              <a:buNone/>
              <a:defRPr sz="2126"/>
            </a:lvl4pPr>
            <a:lvl5pPr marL="1944014" indent="0">
              <a:buNone/>
              <a:defRPr sz="2126"/>
            </a:lvl5pPr>
            <a:lvl6pPr marL="2430018" indent="0">
              <a:buNone/>
              <a:defRPr sz="2126"/>
            </a:lvl6pPr>
            <a:lvl7pPr marL="2916022" indent="0">
              <a:buNone/>
              <a:defRPr sz="2126"/>
            </a:lvl7pPr>
            <a:lvl8pPr marL="3402025" indent="0">
              <a:buNone/>
              <a:defRPr sz="2126"/>
            </a:lvl8pPr>
            <a:lvl9pPr marL="3888029" indent="0">
              <a:buNone/>
              <a:defRPr sz="212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376011"/>
            <a:ext cx="4180050" cy="4401855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7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6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421669"/>
            <a:ext cx="2794575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4" y="421669"/>
            <a:ext cx="8221722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4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421669"/>
            <a:ext cx="11178302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2108344"/>
            <a:ext cx="11178302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7340702"/>
            <a:ext cx="2916079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E4D5B-009F-4499-B66B-E386A51B4BA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7340702"/>
            <a:ext cx="437411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7340702"/>
            <a:ext cx="2916079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3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2007" rtl="0" eaLnBrk="1" latinLnBrk="0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2" indent="-243002" algn="l" defTabSz="972007" rtl="0" eaLnBrk="1" latinLnBrk="0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05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9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1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16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2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027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031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0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07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11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18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22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25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029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>
            <a:extLst>
              <a:ext uri="{FF2B5EF4-FFF2-40B4-BE49-F238E27FC236}">
                <a16:creationId xmlns:a16="http://schemas.microsoft.com/office/drawing/2014/main" id="{284C2BE1-461F-5584-0B6C-2D575115A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852405"/>
            <a:ext cx="952633" cy="6763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2184ADF-DA17-58AF-5196-3E2BFAC0D0BF}"/>
              </a:ext>
            </a:extLst>
          </p:cNvPr>
          <p:cNvSpPr/>
          <p:nvPr/>
        </p:nvSpPr>
        <p:spPr>
          <a:xfrm>
            <a:off x="4170352" y="3293953"/>
            <a:ext cx="2880495" cy="96649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46C037-3FD6-C5AC-A81A-6C58E950C2F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610600" y="4260444"/>
            <a:ext cx="2391791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9D4B2A-89AF-9676-DB70-2368B1AE94FD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5610600" y="2782118"/>
            <a:ext cx="2203079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B86106-5290-92B0-D558-4D61E039815D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24067" y="2782118"/>
            <a:ext cx="2086533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A9751DE-8E18-4A41-4EE5-C195B0CBDB13}"/>
              </a:ext>
            </a:extLst>
          </p:cNvPr>
          <p:cNvSpPr/>
          <p:nvPr/>
        </p:nvSpPr>
        <p:spPr>
          <a:xfrm>
            <a:off x="136529" y="212651"/>
            <a:ext cx="12687297" cy="2569463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55CBAD-57DB-89D7-2089-DEBBA1F739FD}"/>
              </a:ext>
            </a:extLst>
          </p:cNvPr>
          <p:cNvSpPr txBox="1"/>
          <p:nvPr/>
        </p:nvSpPr>
        <p:spPr>
          <a:xfrm>
            <a:off x="5776867" y="2322072"/>
            <a:ext cx="153009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Output layer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1C28E7-05AA-B019-E736-785DE97AB113}"/>
              </a:ext>
            </a:extLst>
          </p:cNvPr>
          <p:cNvSpPr/>
          <p:nvPr/>
        </p:nvSpPr>
        <p:spPr>
          <a:xfrm>
            <a:off x="736222" y="357174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04A147-082E-DDBD-3BF1-E580254BF5B7}"/>
              </a:ext>
            </a:extLst>
          </p:cNvPr>
          <p:cNvSpPr/>
          <p:nvPr/>
        </p:nvSpPr>
        <p:spPr>
          <a:xfrm>
            <a:off x="2623301" y="729808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D17182-AF6B-4034-646B-2CA15E6F7D91}"/>
              </a:ext>
            </a:extLst>
          </p:cNvPr>
          <p:cNvSpPr txBox="1"/>
          <p:nvPr/>
        </p:nvSpPr>
        <p:spPr>
          <a:xfrm>
            <a:off x="-57595" y="2042095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BDAC54-4566-A15B-D562-A1934C66BAB3}"/>
              </a:ext>
            </a:extLst>
          </p:cNvPr>
          <p:cNvSpPr txBox="1"/>
          <p:nvPr/>
        </p:nvSpPr>
        <p:spPr>
          <a:xfrm>
            <a:off x="2750635" y="1684329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6D41EE9-0D34-4265-6F0E-E6F02C8D042A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524067" y="4260444"/>
            <a:ext cx="2086533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BEDE6E-BE13-8E0E-4B93-2FEE39214CED}"/>
              </a:ext>
            </a:extLst>
          </p:cNvPr>
          <p:cNvCxnSpPr>
            <a:cxnSpLocks/>
          </p:cNvCxnSpPr>
          <p:nvPr/>
        </p:nvCxnSpPr>
        <p:spPr>
          <a:xfrm>
            <a:off x="4893931" y="535889"/>
            <a:ext cx="716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Male profile with solid fill">
            <a:extLst>
              <a:ext uri="{FF2B5EF4-FFF2-40B4-BE49-F238E27FC236}">
                <a16:creationId xmlns:a16="http://schemas.microsoft.com/office/drawing/2014/main" id="{2B084068-3E99-3F37-7CCA-4CB9817F1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456439"/>
            <a:ext cx="1475710" cy="1475710"/>
          </a:xfrm>
          <a:prstGeom prst="rect">
            <a:avLst/>
          </a:prstGeom>
        </p:spPr>
      </p:pic>
      <p:pic>
        <p:nvPicPr>
          <p:cNvPr id="59" name="Graphic 58" descr="Female Profile with solid fill">
            <a:extLst>
              <a:ext uri="{FF2B5EF4-FFF2-40B4-BE49-F238E27FC236}">
                <a16:creationId xmlns:a16="http://schemas.microsoft.com/office/drawing/2014/main" id="{A0EAC7C3-21A2-6DCC-CFB2-422E6C269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462437"/>
            <a:ext cx="1476000" cy="1476000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D616752-CE23-78F5-9680-BB441290A1AA}"/>
              </a:ext>
            </a:extLst>
          </p:cNvPr>
          <p:cNvCxnSpPr>
            <a:cxnSpLocks/>
            <a:stCxn id="49" idx="0"/>
            <a:endCxn id="49" idx="2"/>
          </p:cNvCxnSpPr>
          <p:nvPr/>
        </p:nvCxnSpPr>
        <p:spPr>
          <a:xfrm>
            <a:off x="3578659" y="729808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C3FE562-DFF1-A5CE-76D2-3C8402D26314}"/>
              </a:ext>
            </a:extLst>
          </p:cNvPr>
          <p:cNvSpPr txBox="1"/>
          <p:nvPr/>
        </p:nvSpPr>
        <p:spPr>
          <a:xfrm>
            <a:off x="10397486" y="2043581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5247BC4-7961-462F-2FF5-71EC21409C5F}"/>
              </a:ext>
            </a:extLst>
          </p:cNvPr>
          <p:cNvSpPr txBox="1"/>
          <p:nvPr/>
        </p:nvSpPr>
        <p:spPr>
          <a:xfrm>
            <a:off x="5353641" y="1689973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3353F30-0E1D-F571-FA33-083782E0D2D0}"/>
              </a:ext>
            </a:extLst>
          </p:cNvPr>
          <p:cNvSpPr/>
          <p:nvPr/>
        </p:nvSpPr>
        <p:spPr>
          <a:xfrm>
            <a:off x="10723769" y="360715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140F679-2CCA-3CF3-8049-1CC6EF56E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851154"/>
            <a:ext cx="952633" cy="676369"/>
          </a:xfrm>
          <a:prstGeom prst="rect">
            <a:avLst/>
          </a:prstGeom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784DDA23-992B-6769-F399-D768D9BE3E72}"/>
              </a:ext>
            </a:extLst>
          </p:cNvPr>
          <p:cNvSpPr/>
          <p:nvPr/>
        </p:nvSpPr>
        <p:spPr>
          <a:xfrm>
            <a:off x="8557428" y="728557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C85D1A2-709A-BB8C-B5DF-2F4E76F1BB71}"/>
              </a:ext>
            </a:extLst>
          </p:cNvPr>
          <p:cNvCxnSpPr>
            <a:cxnSpLocks/>
            <a:stCxn id="147" idx="0"/>
            <a:endCxn id="147" idx="2"/>
          </p:cNvCxnSpPr>
          <p:nvPr/>
        </p:nvCxnSpPr>
        <p:spPr>
          <a:xfrm>
            <a:off x="9512786" y="728557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671E483E-A98A-DEAC-EF8A-353961C59235}"/>
              </a:ext>
            </a:extLst>
          </p:cNvPr>
          <p:cNvSpPr txBox="1"/>
          <p:nvPr/>
        </p:nvSpPr>
        <p:spPr>
          <a:xfrm>
            <a:off x="8853744" y="1687102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54" name="Graphic 153" descr="Male profile with solid fill">
            <a:extLst>
              <a:ext uri="{FF2B5EF4-FFF2-40B4-BE49-F238E27FC236}">
                <a16:creationId xmlns:a16="http://schemas.microsoft.com/office/drawing/2014/main" id="{7FD5FAA3-A9B7-45A9-D7EB-7BA1D351F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4835" y="631356"/>
            <a:ext cx="762441" cy="762441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59238973-3DAD-A3A2-63A1-10D80B53B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5609133"/>
            <a:ext cx="952633" cy="676369"/>
          </a:xfrm>
          <a:prstGeom prst="rect">
            <a:avLst/>
          </a:prstGeom>
        </p:spPr>
      </p:pic>
      <p:sp>
        <p:nvSpPr>
          <p:cNvPr id="158" name="Rectangle 157">
            <a:extLst>
              <a:ext uri="{FF2B5EF4-FFF2-40B4-BE49-F238E27FC236}">
                <a16:creationId xmlns:a16="http://schemas.microsoft.com/office/drawing/2014/main" id="{A705CA77-D376-B5FB-D32E-3322EF4231CE}"/>
              </a:ext>
            </a:extLst>
          </p:cNvPr>
          <p:cNvSpPr/>
          <p:nvPr/>
        </p:nvSpPr>
        <p:spPr>
          <a:xfrm>
            <a:off x="4667436" y="5128643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E7BF4BF-95F7-1352-7FA3-7FA90DBFF3CB}"/>
              </a:ext>
            </a:extLst>
          </p:cNvPr>
          <p:cNvSpPr/>
          <p:nvPr/>
        </p:nvSpPr>
        <p:spPr>
          <a:xfrm>
            <a:off x="736222" y="5113902"/>
            <a:ext cx="1676370" cy="163051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0A99F39-3626-3AB2-7AA8-4E6A3ECB22C4}"/>
              </a:ext>
            </a:extLst>
          </p:cNvPr>
          <p:cNvSpPr/>
          <p:nvPr/>
        </p:nvSpPr>
        <p:spPr>
          <a:xfrm>
            <a:off x="2623301" y="5486536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1B983EA-5A9B-9983-E9A6-EA5B9423A297}"/>
              </a:ext>
            </a:extLst>
          </p:cNvPr>
          <p:cNvSpPr txBox="1"/>
          <p:nvPr/>
        </p:nvSpPr>
        <p:spPr>
          <a:xfrm>
            <a:off x="-57595" y="6798823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A94FD87-B71A-18F5-4E0E-13225FCA5E9E}"/>
              </a:ext>
            </a:extLst>
          </p:cNvPr>
          <p:cNvSpPr txBox="1"/>
          <p:nvPr/>
        </p:nvSpPr>
        <p:spPr>
          <a:xfrm>
            <a:off x="2750635" y="6441057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D8B28E4-6E50-90EE-6695-F6F45FD21473}"/>
              </a:ext>
            </a:extLst>
          </p:cNvPr>
          <p:cNvCxnSpPr>
            <a:cxnSpLocks/>
          </p:cNvCxnSpPr>
          <p:nvPr/>
        </p:nvCxnSpPr>
        <p:spPr>
          <a:xfrm>
            <a:off x="5284562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8EBD10E-E03D-EC74-40C2-6E80EC1EE4DF}"/>
              </a:ext>
            </a:extLst>
          </p:cNvPr>
          <p:cNvCxnSpPr>
            <a:cxnSpLocks/>
          </p:cNvCxnSpPr>
          <p:nvPr/>
        </p:nvCxnSpPr>
        <p:spPr>
          <a:xfrm>
            <a:off x="5867271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68805B9-DBB7-D03A-B0BA-EE536520F96D}"/>
              </a:ext>
            </a:extLst>
          </p:cNvPr>
          <p:cNvCxnSpPr>
            <a:cxnSpLocks/>
          </p:cNvCxnSpPr>
          <p:nvPr/>
        </p:nvCxnSpPr>
        <p:spPr>
          <a:xfrm>
            <a:off x="6470463" y="51313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022D7B12-C13B-EF73-944F-D1476D05AB76}"/>
              </a:ext>
            </a:extLst>
          </p:cNvPr>
          <p:cNvCxnSpPr>
            <a:cxnSpLocks/>
          </p:cNvCxnSpPr>
          <p:nvPr/>
        </p:nvCxnSpPr>
        <p:spPr>
          <a:xfrm>
            <a:off x="7596247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FCDE5F6-0B58-A976-7B1F-9740F0981FC1}"/>
              </a:ext>
            </a:extLst>
          </p:cNvPr>
          <p:cNvCxnSpPr>
            <a:cxnSpLocks/>
          </p:cNvCxnSpPr>
          <p:nvPr/>
        </p:nvCxnSpPr>
        <p:spPr>
          <a:xfrm>
            <a:off x="7087083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Graphic 170" descr="Male profile with solid fill">
            <a:extLst>
              <a:ext uri="{FF2B5EF4-FFF2-40B4-BE49-F238E27FC236}">
                <a16:creationId xmlns:a16="http://schemas.microsoft.com/office/drawing/2014/main" id="{A9B27580-0821-418F-D71A-50A755097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5213167"/>
            <a:ext cx="1475710" cy="1475710"/>
          </a:xfrm>
          <a:prstGeom prst="rect">
            <a:avLst/>
          </a:prstGeom>
        </p:spPr>
      </p:pic>
      <p:pic>
        <p:nvPicPr>
          <p:cNvPr id="172" name="Graphic 171" descr="Female Profile with solid fill">
            <a:extLst>
              <a:ext uri="{FF2B5EF4-FFF2-40B4-BE49-F238E27FC236}">
                <a16:creationId xmlns:a16="http://schemas.microsoft.com/office/drawing/2014/main" id="{C11AD1CF-78A9-E88A-071E-B66551284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5219165"/>
            <a:ext cx="1476000" cy="1476000"/>
          </a:xfrm>
          <a:prstGeom prst="rect">
            <a:avLst/>
          </a:prstGeom>
        </p:spPr>
      </p:pic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1A9D993-6FAF-5988-88B8-D7DEEDB5A6FB}"/>
              </a:ext>
            </a:extLst>
          </p:cNvPr>
          <p:cNvCxnSpPr>
            <a:cxnSpLocks/>
            <a:stCxn id="162" idx="0"/>
            <a:endCxn id="162" idx="2"/>
          </p:cNvCxnSpPr>
          <p:nvPr/>
        </p:nvCxnSpPr>
        <p:spPr>
          <a:xfrm>
            <a:off x="3578659" y="5486536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3C216DD7-BDDF-FFF9-B357-C06318ADDCB4}"/>
              </a:ext>
            </a:extLst>
          </p:cNvPr>
          <p:cNvSpPr txBox="1"/>
          <p:nvPr/>
        </p:nvSpPr>
        <p:spPr>
          <a:xfrm>
            <a:off x="10397486" y="6800309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21BEDF7-A8D4-69D9-947D-2E25D5C8814D}"/>
              </a:ext>
            </a:extLst>
          </p:cNvPr>
          <p:cNvSpPr txBox="1"/>
          <p:nvPr/>
        </p:nvSpPr>
        <p:spPr>
          <a:xfrm>
            <a:off x="4822009" y="6478600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B6A1674-98BE-F013-D0C8-DA1F3FB1096C}"/>
              </a:ext>
            </a:extLst>
          </p:cNvPr>
          <p:cNvSpPr/>
          <p:nvPr/>
        </p:nvSpPr>
        <p:spPr>
          <a:xfrm>
            <a:off x="10723769" y="5117443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318B42D4-C205-EBD1-C0C9-720E1E78A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5607882"/>
            <a:ext cx="952633" cy="676369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127D2510-98A9-351B-62A7-D000E744B8EB}"/>
              </a:ext>
            </a:extLst>
          </p:cNvPr>
          <p:cNvSpPr/>
          <p:nvPr/>
        </p:nvSpPr>
        <p:spPr>
          <a:xfrm>
            <a:off x="8557428" y="5485285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B258CB34-B88F-7934-F2B9-9DAEE74BDED6}"/>
              </a:ext>
            </a:extLst>
          </p:cNvPr>
          <p:cNvCxnSpPr>
            <a:cxnSpLocks/>
            <a:stCxn id="178" idx="0"/>
            <a:endCxn id="178" idx="2"/>
          </p:cNvCxnSpPr>
          <p:nvPr/>
        </p:nvCxnSpPr>
        <p:spPr>
          <a:xfrm>
            <a:off x="9512786" y="5485285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57B7A8ED-BF81-D8E6-F746-25A47932C4A9}"/>
              </a:ext>
            </a:extLst>
          </p:cNvPr>
          <p:cNvSpPr txBox="1"/>
          <p:nvPr/>
        </p:nvSpPr>
        <p:spPr>
          <a:xfrm>
            <a:off x="8853744" y="6443830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81" name="Graphic 180" descr="Male profile with solid fill">
            <a:extLst>
              <a:ext uri="{FF2B5EF4-FFF2-40B4-BE49-F238E27FC236}">
                <a16:creationId xmlns:a16="http://schemas.microsoft.com/office/drawing/2014/main" id="{5C970D16-8EA9-3986-366E-6D8BE077D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670" y="5388084"/>
            <a:ext cx="762441" cy="762441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1A0FFE34-77B3-2DCE-C83C-EED10ACBE2EC}"/>
              </a:ext>
            </a:extLst>
          </p:cNvPr>
          <p:cNvSpPr txBox="1"/>
          <p:nvPr/>
        </p:nvSpPr>
        <p:spPr>
          <a:xfrm>
            <a:off x="7237341" y="3632641"/>
            <a:ext cx="153490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Hidden layer</a:t>
            </a:r>
          </a:p>
        </p:txBody>
      </p:sp>
      <p:pic>
        <p:nvPicPr>
          <p:cNvPr id="191" name="Graphic 190" descr="Female Profile with solid fill">
            <a:extLst>
              <a:ext uri="{FF2B5EF4-FFF2-40B4-BE49-F238E27FC236}">
                <a16:creationId xmlns:a16="http://schemas.microsoft.com/office/drawing/2014/main" id="{7A8ACA6C-A588-8F78-EDAB-B2095995A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5125" y="629464"/>
            <a:ext cx="763200" cy="763200"/>
          </a:xfrm>
          <a:prstGeom prst="rect">
            <a:avLst/>
          </a:prstGeom>
        </p:spPr>
      </p:pic>
      <p:pic>
        <p:nvPicPr>
          <p:cNvPr id="193" name="Graphic 192" descr="Female Profile with solid fill">
            <a:extLst>
              <a:ext uri="{FF2B5EF4-FFF2-40B4-BE49-F238E27FC236}">
                <a16:creationId xmlns:a16="http://schemas.microsoft.com/office/drawing/2014/main" id="{F9A9AA9F-ADD4-88FE-40BA-4C4DB2FE7E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516" y="5375246"/>
            <a:ext cx="763200" cy="763200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B82F8372-5B68-3F69-76BB-52B2EA5E1FFB}"/>
              </a:ext>
            </a:extLst>
          </p:cNvPr>
          <p:cNvSpPr txBox="1"/>
          <p:nvPr/>
        </p:nvSpPr>
        <p:spPr>
          <a:xfrm>
            <a:off x="6236816" y="17659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1DD70B7-AFC5-5F8D-45BA-456514FCF458}"/>
              </a:ext>
            </a:extLst>
          </p:cNvPr>
          <p:cNvSpPr/>
          <p:nvPr/>
        </p:nvSpPr>
        <p:spPr>
          <a:xfrm>
            <a:off x="4670979" y="336890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295F462-7C6D-4A2E-7A8F-14A1B8E2DDC7}"/>
              </a:ext>
            </a:extLst>
          </p:cNvPr>
          <p:cNvCxnSpPr>
            <a:cxnSpLocks/>
          </p:cNvCxnSpPr>
          <p:nvPr/>
        </p:nvCxnSpPr>
        <p:spPr>
          <a:xfrm>
            <a:off x="5288105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CFADC4A-E377-EB65-3DE0-B3B8D111DBCB}"/>
              </a:ext>
            </a:extLst>
          </p:cNvPr>
          <p:cNvCxnSpPr>
            <a:cxnSpLocks/>
          </p:cNvCxnSpPr>
          <p:nvPr/>
        </p:nvCxnSpPr>
        <p:spPr>
          <a:xfrm>
            <a:off x="5870814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340BE897-27C3-C97D-43E3-05FD02AC2751}"/>
              </a:ext>
            </a:extLst>
          </p:cNvPr>
          <p:cNvCxnSpPr>
            <a:cxnSpLocks/>
          </p:cNvCxnSpPr>
          <p:nvPr/>
        </p:nvCxnSpPr>
        <p:spPr>
          <a:xfrm>
            <a:off x="6474006" y="339605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DC92D5FB-0F36-59E4-0609-AB83AD829A53}"/>
              </a:ext>
            </a:extLst>
          </p:cNvPr>
          <p:cNvCxnSpPr>
            <a:cxnSpLocks/>
          </p:cNvCxnSpPr>
          <p:nvPr/>
        </p:nvCxnSpPr>
        <p:spPr>
          <a:xfrm>
            <a:off x="7663588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07153DF-BB91-EEDB-DB7D-6523F3100BCC}"/>
              </a:ext>
            </a:extLst>
          </p:cNvPr>
          <p:cNvCxnSpPr>
            <a:cxnSpLocks/>
          </p:cNvCxnSpPr>
          <p:nvPr/>
        </p:nvCxnSpPr>
        <p:spPr>
          <a:xfrm>
            <a:off x="7090626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Rectangle 204">
            <a:extLst>
              <a:ext uri="{FF2B5EF4-FFF2-40B4-BE49-F238E27FC236}">
                <a16:creationId xmlns:a16="http://schemas.microsoft.com/office/drawing/2014/main" id="{62D2E0DB-59C6-E429-EA64-432373A03F92}"/>
              </a:ext>
            </a:extLst>
          </p:cNvPr>
          <p:cNvSpPr/>
          <p:nvPr/>
        </p:nvSpPr>
        <p:spPr>
          <a:xfrm>
            <a:off x="136529" y="4969379"/>
            <a:ext cx="12687297" cy="2738008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6684272-8FA6-69C6-BD65-835D27815E66}"/>
              </a:ext>
            </a:extLst>
          </p:cNvPr>
          <p:cNvSpPr txBox="1"/>
          <p:nvPr/>
        </p:nvSpPr>
        <p:spPr>
          <a:xfrm>
            <a:off x="5776867" y="7259556"/>
            <a:ext cx="133773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Input layer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BF2F169-7FE2-A2AA-63BF-65B0C68E9C22}"/>
              </a:ext>
            </a:extLst>
          </p:cNvPr>
          <p:cNvSpPr txBox="1"/>
          <p:nvPr/>
        </p:nvSpPr>
        <p:spPr>
          <a:xfrm>
            <a:off x="6172114" y="687328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</p:spTree>
    <p:extLst>
      <p:ext uri="{BB962C8B-B14F-4D97-AF65-F5344CB8AC3E}">
        <p14:creationId xmlns:p14="http://schemas.microsoft.com/office/powerpoint/2010/main" val="200227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12AA0-D135-BE45-9177-F7E0F0F5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>
            <a:extLst>
              <a:ext uri="{FF2B5EF4-FFF2-40B4-BE49-F238E27FC236}">
                <a16:creationId xmlns:a16="http://schemas.microsoft.com/office/drawing/2014/main" id="{C450A82F-C55B-C702-A107-58A1AC0F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852405"/>
            <a:ext cx="952633" cy="6763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5BAF898-360E-DCB0-13E7-12B89AFE1A50}"/>
              </a:ext>
            </a:extLst>
          </p:cNvPr>
          <p:cNvSpPr/>
          <p:nvPr/>
        </p:nvSpPr>
        <p:spPr>
          <a:xfrm>
            <a:off x="4170352" y="3293953"/>
            <a:ext cx="2880495" cy="96649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BFCACC-74B9-FE57-B961-3324326593D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610600" y="4260444"/>
            <a:ext cx="2391791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9772FC-1279-2F28-2807-F6F148E5C117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5610600" y="2782118"/>
            <a:ext cx="2203079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10E74E-72AF-8E87-5E66-21EE21952612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24067" y="2782118"/>
            <a:ext cx="2086533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0599C75-A9ED-F78F-99D4-755CF2E2C727}"/>
              </a:ext>
            </a:extLst>
          </p:cNvPr>
          <p:cNvSpPr/>
          <p:nvPr/>
        </p:nvSpPr>
        <p:spPr>
          <a:xfrm>
            <a:off x="136529" y="212651"/>
            <a:ext cx="12687297" cy="2569463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3743AA-6DBD-9DB4-5B7D-8B9444411CA9}"/>
              </a:ext>
            </a:extLst>
          </p:cNvPr>
          <p:cNvSpPr txBox="1"/>
          <p:nvPr/>
        </p:nvSpPr>
        <p:spPr>
          <a:xfrm>
            <a:off x="5776867" y="2322072"/>
            <a:ext cx="153009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Output layer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6884B2-BEE2-CA1E-443A-08BC45F56771}"/>
              </a:ext>
            </a:extLst>
          </p:cNvPr>
          <p:cNvSpPr txBox="1"/>
          <p:nvPr/>
        </p:nvSpPr>
        <p:spPr>
          <a:xfrm>
            <a:off x="6236816" y="17659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685B7E-6D63-3FA1-32A6-4049B4FE2479}"/>
              </a:ext>
            </a:extLst>
          </p:cNvPr>
          <p:cNvSpPr/>
          <p:nvPr/>
        </p:nvSpPr>
        <p:spPr>
          <a:xfrm>
            <a:off x="736222" y="357174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0F5636-82A6-E2BA-D3B1-F9847D4DB82E}"/>
              </a:ext>
            </a:extLst>
          </p:cNvPr>
          <p:cNvSpPr/>
          <p:nvPr/>
        </p:nvSpPr>
        <p:spPr>
          <a:xfrm>
            <a:off x="2623301" y="729808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EC6B3E-8862-2D7D-2CC8-FEC0A9573DCA}"/>
              </a:ext>
            </a:extLst>
          </p:cNvPr>
          <p:cNvSpPr txBox="1"/>
          <p:nvPr/>
        </p:nvSpPr>
        <p:spPr>
          <a:xfrm>
            <a:off x="-57595" y="2042095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87C3F0-1995-4EDB-9AFE-722759C761B4}"/>
              </a:ext>
            </a:extLst>
          </p:cNvPr>
          <p:cNvSpPr txBox="1"/>
          <p:nvPr/>
        </p:nvSpPr>
        <p:spPr>
          <a:xfrm>
            <a:off x="2750635" y="1684329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AE084FF-A9E6-EB6C-C6C6-F75D0FA30BB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524067" y="4260444"/>
            <a:ext cx="2086533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B7542A-D976-0E1F-FA72-FD060623804E}"/>
              </a:ext>
            </a:extLst>
          </p:cNvPr>
          <p:cNvCxnSpPr>
            <a:cxnSpLocks/>
          </p:cNvCxnSpPr>
          <p:nvPr/>
        </p:nvCxnSpPr>
        <p:spPr>
          <a:xfrm>
            <a:off x="4893931" y="535889"/>
            <a:ext cx="13428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Male profile with solid fill">
            <a:extLst>
              <a:ext uri="{FF2B5EF4-FFF2-40B4-BE49-F238E27FC236}">
                <a16:creationId xmlns:a16="http://schemas.microsoft.com/office/drawing/2014/main" id="{3BD001DE-EAD2-DB76-8DD7-D96D58F041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456439"/>
            <a:ext cx="1475710" cy="1475710"/>
          </a:xfrm>
          <a:prstGeom prst="rect">
            <a:avLst/>
          </a:prstGeom>
        </p:spPr>
      </p:pic>
      <p:pic>
        <p:nvPicPr>
          <p:cNvPr id="59" name="Graphic 58" descr="Female Profile with solid fill">
            <a:extLst>
              <a:ext uri="{FF2B5EF4-FFF2-40B4-BE49-F238E27FC236}">
                <a16:creationId xmlns:a16="http://schemas.microsoft.com/office/drawing/2014/main" id="{98365397-1105-AF86-104D-2FFD840D1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462437"/>
            <a:ext cx="1476000" cy="1476000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0E9E39A-51E6-DCD6-8B16-A8515A9541A9}"/>
              </a:ext>
            </a:extLst>
          </p:cNvPr>
          <p:cNvCxnSpPr>
            <a:cxnSpLocks/>
            <a:stCxn id="49" idx="0"/>
            <a:endCxn id="49" idx="2"/>
          </p:cNvCxnSpPr>
          <p:nvPr/>
        </p:nvCxnSpPr>
        <p:spPr>
          <a:xfrm>
            <a:off x="3578659" y="729808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E37E8BF-1853-F9D5-F403-75913B65B111}"/>
              </a:ext>
            </a:extLst>
          </p:cNvPr>
          <p:cNvSpPr txBox="1"/>
          <p:nvPr/>
        </p:nvSpPr>
        <p:spPr>
          <a:xfrm>
            <a:off x="10397486" y="2043581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792B97F-0A03-52C4-CC03-26A6231964B0}"/>
              </a:ext>
            </a:extLst>
          </p:cNvPr>
          <p:cNvSpPr txBox="1"/>
          <p:nvPr/>
        </p:nvSpPr>
        <p:spPr>
          <a:xfrm>
            <a:off x="5906539" y="1689973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6050BE7-5341-F199-A4A1-4A0494A47192}"/>
              </a:ext>
            </a:extLst>
          </p:cNvPr>
          <p:cNvSpPr/>
          <p:nvPr/>
        </p:nvSpPr>
        <p:spPr>
          <a:xfrm>
            <a:off x="10723769" y="360715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669B5258-8344-AD6D-E95D-5187135E5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851154"/>
            <a:ext cx="952633" cy="676369"/>
          </a:xfrm>
          <a:prstGeom prst="rect">
            <a:avLst/>
          </a:prstGeom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C162E17E-7751-0933-BDCA-BE8A1C193D07}"/>
              </a:ext>
            </a:extLst>
          </p:cNvPr>
          <p:cNvSpPr/>
          <p:nvPr/>
        </p:nvSpPr>
        <p:spPr>
          <a:xfrm>
            <a:off x="8557428" y="728557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0D7C75E-1A5C-2096-B32D-C87E22D4B406}"/>
              </a:ext>
            </a:extLst>
          </p:cNvPr>
          <p:cNvCxnSpPr>
            <a:cxnSpLocks/>
            <a:stCxn id="147" idx="0"/>
            <a:endCxn id="147" idx="2"/>
          </p:cNvCxnSpPr>
          <p:nvPr/>
        </p:nvCxnSpPr>
        <p:spPr>
          <a:xfrm>
            <a:off x="9512786" y="728557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F101B29C-7C24-AB45-FF9F-504543C48A77}"/>
              </a:ext>
            </a:extLst>
          </p:cNvPr>
          <p:cNvSpPr txBox="1"/>
          <p:nvPr/>
        </p:nvSpPr>
        <p:spPr>
          <a:xfrm>
            <a:off x="8853744" y="1687102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54" name="Graphic 153" descr="Male profile with solid fill">
            <a:extLst>
              <a:ext uri="{FF2B5EF4-FFF2-40B4-BE49-F238E27FC236}">
                <a16:creationId xmlns:a16="http://schemas.microsoft.com/office/drawing/2014/main" id="{D22D1277-E696-0B18-3353-1329CAD22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0894" y="631356"/>
            <a:ext cx="762441" cy="762441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1CCE85DA-A9F9-F0F3-FDA0-B08F15674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5609133"/>
            <a:ext cx="952633" cy="676369"/>
          </a:xfrm>
          <a:prstGeom prst="rect">
            <a:avLst/>
          </a:prstGeom>
        </p:spPr>
      </p:pic>
      <p:sp>
        <p:nvSpPr>
          <p:cNvPr id="158" name="Rectangle 157">
            <a:extLst>
              <a:ext uri="{FF2B5EF4-FFF2-40B4-BE49-F238E27FC236}">
                <a16:creationId xmlns:a16="http://schemas.microsoft.com/office/drawing/2014/main" id="{B359A2C1-17BB-907B-1378-7E4A74C37F78}"/>
              </a:ext>
            </a:extLst>
          </p:cNvPr>
          <p:cNvSpPr/>
          <p:nvPr/>
        </p:nvSpPr>
        <p:spPr>
          <a:xfrm>
            <a:off x="4667436" y="5128643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1FAB54B-0A00-A0A6-9146-DE756561A00F}"/>
              </a:ext>
            </a:extLst>
          </p:cNvPr>
          <p:cNvSpPr/>
          <p:nvPr/>
        </p:nvSpPr>
        <p:spPr>
          <a:xfrm>
            <a:off x="736222" y="5113902"/>
            <a:ext cx="1676370" cy="163051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A7EA4CC-74EB-EBBB-D217-795128C9C0F6}"/>
              </a:ext>
            </a:extLst>
          </p:cNvPr>
          <p:cNvSpPr/>
          <p:nvPr/>
        </p:nvSpPr>
        <p:spPr>
          <a:xfrm>
            <a:off x="2623301" y="5486536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CE04E6B-8143-16A4-4B65-B7F82C8EC830}"/>
              </a:ext>
            </a:extLst>
          </p:cNvPr>
          <p:cNvSpPr txBox="1"/>
          <p:nvPr/>
        </p:nvSpPr>
        <p:spPr>
          <a:xfrm>
            <a:off x="-57595" y="6798823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632F079-32B4-2F82-2AD6-515D36A9A6F3}"/>
              </a:ext>
            </a:extLst>
          </p:cNvPr>
          <p:cNvSpPr txBox="1"/>
          <p:nvPr/>
        </p:nvSpPr>
        <p:spPr>
          <a:xfrm>
            <a:off x="2750635" y="6441057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7FE498E-AB25-3991-2FA8-4DFFBC4AFF38}"/>
              </a:ext>
            </a:extLst>
          </p:cNvPr>
          <p:cNvCxnSpPr>
            <a:cxnSpLocks/>
          </p:cNvCxnSpPr>
          <p:nvPr/>
        </p:nvCxnSpPr>
        <p:spPr>
          <a:xfrm>
            <a:off x="5284562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91C345F-6391-D017-D09E-E87A118A347F}"/>
              </a:ext>
            </a:extLst>
          </p:cNvPr>
          <p:cNvCxnSpPr>
            <a:cxnSpLocks/>
          </p:cNvCxnSpPr>
          <p:nvPr/>
        </p:nvCxnSpPr>
        <p:spPr>
          <a:xfrm>
            <a:off x="5867271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5D691D0-24A4-B912-3B19-31D633C487E7}"/>
              </a:ext>
            </a:extLst>
          </p:cNvPr>
          <p:cNvCxnSpPr>
            <a:cxnSpLocks/>
          </p:cNvCxnSpPr>
          <p:nvPr/>
        </p:nvCxnSpPr>
        <p:spPr>
          <a:xfrm>
            <a:off x="6470463" y="51313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E7BCB0FF-F878-C6F6-9364-B401342A8091}"/>
              </a:ext>
            </a:extLst>
          </p:cNvPr>
          <p:cNvCxnSpPr>
            <a:cxnSpLocks/>
          </p:cNvCxnSpPr>
          <p:nvPr/>
        </p:nvCxnSpPr>
        <p:spPr>
          <a:xfrm>
            <a:off x="7596247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9F476E2-FC33-A060-63D0-11B49DE8B461}"/>
              </a:ext>
            </a:extLst>
          </p:cNvPr>
          <p:cNvCxnSpPr>
            <a:cxnSpLocks/>
          </p:cNvCxnSpPr>
          <p:nvPr/>
        </p:nvCxnSpPr>
        <p:spPr>
          <a:xfrm>
            <a:off x="7087083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Graphic 170" descr="Male profile with solid fill">
            <a:extLst>
              <a:ext uri="{FF2B5EF4-FFF2-40B4-BE49-F238E27FC236}">
                <a16:creationId xmlns:a16="http://schemas.microsoft.com/office/drawing/2014/main" id="{4425B087-C512-E464-25EE-854DF75F4C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5213167"/>
            <a:ext cx="1475710" cy="1475710"/>
          </a:xfrm>
          <a:prstGeom prst="rect">
            <a:avLst/>
          </a:prstGeom>
        </p:spPr>
      </p:pic>
      <p:pic>
        <p:nvPicPr>
          <p:cNvPr id="172" name="Graphic 171" descr="Female Profile with solid fill">
            <a:extLst>
              <a:ext uri="{FF2B5EF4-FFF2-40B4-BE49-F238E27FC236}">
                <a16:creationId xmlns:a16="http://schemas.microsoft.com/office/drawing/2014/main" id="{2AB3D8E0-F80D-8650-B862-75CFFA617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5219165"/>
            <a:ext cx="1476000" cy="1476000"/>
          </a:xfrm>
          <a:prstGeom prst="rect">
            <a:avLst/>
          </a:prstGeom>
        </p:spPr>
      </p:pic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CA16D8A-A1BE-63F2-78ED-EA6D9CFEA6D6}"/>
              </a:ext>
            </a:extLst>
          </p:cNvPr>
          <p:cNvCxnSpPr>
            <a:cxnSpLocks/>
            <a:stCxn id="162" idx="0"/>
            <a:endCxn id="162" idx="2"/>
          </p:cNvCxnSpPr>
          <p:nvPr/>
        </p:nvCxnSpPr>
        <p:spPr>
          <a:xfrm>
            <a:off x="3578659" y="5486536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3A81A76B-9C1B-55F0-19D3-8471953B9C3D}"/>
              </a:ext>
            </a:extLst>
          </p:cNvPr>
          <p:cNvSpPr txBox="1"/>
          <p:nvPr/>
        </p:nvSpPr>
        <p:spPr>
          <a:xfrm>
            <a:off x="10397486" y="6800309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67ED26B-DF53-9206-8193-06E624ED5C47}"/>
              </a:ext>
            </a:extLst>
          </p:cNvPr>
          <p:cNvSpPr txBox="1"/>
          <p:nvPr/>
        </p:nvSpPr>
        <p:spPr>
          <a:xfrm>
            <a:off x="5353641" y="6478600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37C1E8D2-8A44-0E28-56B4-4DC65CF2796D}"/>
              </a:ext>
            </a:extLst>
          </p:cNvPr>
          <p:cNvSpPr/>
          <p:nvPr/>
        </p:nvSpPr>
        <p:spPr>
          <a:xfrm>
            <a:off x="10723769" y="5117443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31947A59-FA7B-C063-F781-88167F2A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5607882"/>
            <a:ext cx="952633" cy="676369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7CF38E05-BE23-6C0B-29AC-D4ED678FA1FE}"/>
              </a:ext>
            </a:extLst>
          </p:cNvPr>
          <p:cNvSpPr/>
          <p:nvPr/>
        </p:nvSpPr>
        <p:spPr>
          <a:xfrm>
            <a:off x="8557428" y="5485285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2729650-54E0-38E2-4154-57F2F347E9A2}"/>
              </a:ext>
            </a:extLst>
          </p:cNvPr>
          <p:cNvCxnSpPr>
            <a:cxnSpLocks/>
            <a:stCxn id="178" idx="0"/>
            <a:endCxn id="178" idx="2"/>
          </p:cNvCxnSpPr>
          <p:nvPr/>
        </p:nvCxnSpPr>
        <p:spPr>
          <a:xfrm>
            <a:off x="9512786" y="5485285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79ABE38-B324-0B8A-A72B-819383B62A96}"/>
              </a:ext>
            </a:extLst>
          </p:cNvPr>
          <p:cNvSpPr txBox="1"/>
          <p:nvPr/>
        </p:nvSpPr>
        <p:spPr>
          <a:xfrm>
            <a:off x="8853744" y="6443830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81" name="Graphic 180" descr="Male profile with solid fill">
            <a:extLst>
              <a:ext uri="{FF2B5EF4-FFF2-40B4-BE49-F238E27FC236}">
                <a16:creationId xmlns:a16="http://schemas.microsoft.com/office/drawing/2014/main" id="{2F09ECBB-67A8-7FC4-BDD4-76D83A357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4831" y="5388084"/>
            <a:ext cx="762441" cy="762441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6D1F166C-FF70-FC02-B17D-D37DAAC5A5D8}"/>
              </a:ext>
            </a:extLst>
          </p:cNvPr>
          <p:cNvSpPr txBox="1"/>
          <p:nvPr/>
        </p:nvSpPr>
        <p:spPr>
          <a:xfrm>
            <a:off x="7237341" y="3632641"/>
            <a:ext cx="153490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Hidden layer</a:t>
            </a:r>
          </a:p>
        </p:txBody>
      </p:sp>
      <p:pic>
        <p:nvPicPr>
          <p:cNvPr id="191" name="Graphic 190" descr="Female Profile with solid fill">
            <a:extLst>
              <a:ext uri="{FF2B5EF4-FFF2-40B4-BE49-F238E27FC236}">
                <a16:creationId xmlns:a16="http://schemas.microsoft.com/office/drawing/2014/main" id="{46D255DC-1049-B9D4-8EA0-053516A48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5125" y="629464"/>
            <a:ext cx="763200" cy="763200"/>
          </a:xfrm>
          <a:prstGeom prst="rect">
            <a:avLst/>
          </a:prstGeom>
        </p:spPr>
      </p:pic>
      <p:pic>
        <p:nvPicPr>
          <p:cNvPr id="193" name="Graphic 192" descr="Female Profile with solid fill">
            <a:extLst>
              <a:ext uri="{FF2B5EF4-FFF2-40B4-BE49-F238E27FC236}">
                <a16:creationId xmlns:a16="http://schemas.microsoft.com/office/drawing/2014/main" id="{0B1BD773-0C5E-CF01-2607-B6A682AAF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516" y="5375246"/>
            <a:ext cx="763200" cy="763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2210CB-B1E0-0F6A-7698-303714C1F404}"/>
              </a:ext>
            </a:extLst>
          </p:cNvPr>
          <p:cNvSpPr/>
          <p:nvPr/>
        </p:nvSpPr>
        <p:spPr>
          <a:xfrm>
            <a:off x="4670979" y="336890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CCC961-653E-F7D4-4A11-30184D97782E}"/>
              </a:ext>
            </a:extLst>
          </p:cNvPr>
          <p:cNvCxnSpPr>
            <a:cxnSpLocks/>
          </p:cNvCxnSpPr>
          <p:nvPr/>
        </p:nvCxnSpPr>
        <p:spPr>
          <a:xfrm>
            <a:off x="5288105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668EB7-9F93-8457-4ECF-7EB27C1C5A4A}"/>
              </a:ext>
            </a:extLst>
          </p:cNvPr>
          <p:cNvCxnSpPr>
            <a:cxnSpLocks/>
          </p:cNvCxnSpPr>
          <p:nvPr/>
        </p:nvCxnSpPr>
        <p:spPr>
          <a:xfrm>
            <a:off x="5870814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5A1E0B-62CA-8166-EC2C-65D2622042AE}"/>
              </a:ext>
            </a:extLst>
          </p:cNvPr>
          <p:cNvCxnSpPr>
            <a:cxnSpLocks/>
          </p:cNvCxnSpPr>
          <p:nvPr/>
        </p:nvCxnSpPr>
        <p:spPr>
          <a:xfrm>
            <a:off x="6474006" y="339605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A4A70B-A2CD-B9E9-814F-E031A827D255}"/>
              </a:ext>
            </a:extLst>
          </p:cNvPr>
          <p:cNvCxnSpPr>
            <a:cxnSpLocks/>
          </p:cNvCxnSpPr>
          <p:nvPr/>
        </p:nvCxnSpPr>
        <p:spPr>
          <a:xfrm>
            <a:off x="7663588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159C08-984F-FF2E-E939-AAA5FF33E7DC}"/>
              </a:ext>
            </a:extLst>
          </p:cNvPr>
          <p:cNvCxnSpPr>
            <a:cxnSpLocks/>
          </p:cNvCxnSpPr>
          <p:nvPr/>
        </p:nvCxnSpPr>
        <p:spPr>
          <a:xfrm>
            <a:off x="7090626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9928D65-230A-6C9F-F769-619AD7E25F0D}"/>
              </a:ext>
            </a:extLst>
          </p:cNvPr>
          <p:cNvSpPr/>
          <p:nvPr/>
        </p:nvSpPr>
        <p:spPr>
          <a:xfrm>
            <a:off x="136529" y="4969379"/>
            <a:ext cx="12687297" cy="2738008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45956-3523-F238-F694-94A28073E544}"/>
              </a:ext>
            </a:extLst>
          </p:cNvPr>
          <p:cNvSpPr txBox="1"/>
          <p:nvPr/>
        </p:nvSpPr>
        <p:spPr>
          <a:xfrm>
            <a:off x="5776867" y="7259556"/>
            <a:ext cx="133773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Input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0ADD9-D2A9-0B36-FF34-99D85C875D33}"/>
              </a:ext>
            </a:extLst>
          </p:cNvPr>
          <p:cNvSpPr txBox="1"/>
          <p:nvPr/>
        </p:nvSpPr>
        <p:spPr>
          <a:xfrm>
            <a:off x="6172114" y="687328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</p:spTree>
    <p:extLst>
      <p:ext uri="{BB962C8B-B14F-4D97-AF65-F5344CB8AC3E}">
        <p14:creationId xmlns:p14="http://schemas.microsoft.com/office/powerpoint/2010/main" val="338448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0E31-934D-E9DB-43A8-F37FE3BF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>
            <a:extLst>
              <a:ext uri="{FF2B5EF4-FFF2-40B4-BE49-F238E27FC236}">
                <a16:creationId xmlns:a16="http://schemas.microsoft.com/office/drawing/2014/main" id="{7B536F35-C638-3E35-987F-D2F68352A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852405"/>
            <a:ext cx="952633" cy="6763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BE2C621-29E7-255A-97DF-0A034AB10E66}"/>
              </a:ext>
            </a:extLst>
          </p:cNvPr>
          <p:cNvSpPr/>
          <p:nvPr/>
        </p:nvSpPr>
        <p:spPr>
          <a:xfrm>
            <a:off x="4170352" y="3293953"/>
            <a:ext cx="2880495" cy="96649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B7D0A1-622B-E7F4-B4F1-6082E1AF3792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610600" y="4260444"/>
            <a:ext cx="2391791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E246FD-1A7F-EBDD-075D-F79EE0880ED1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5610600" y="2782118"/>
            <a:ext cx="2203079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ED0646-0A9A-0A54-722C-D32CDC5A4E36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24067" y="2782118"/>
            <a:ext cx="2086533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930ABC3-D599-68B2-C19B-DEB157D0E632}"/>
              </a:ext>
            </a:extLst>
          </p:cNvPr>
          <p:cNvSpPr/>
          <p:nvPr/>
        </p:nvSpPr>
        <p:spPr>
          <a:xfrm>
            <a:off x="136529" y="212651"/>
            <a:ext cx="12687297" cy="2569463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348505-96F8-4D1B-294D-4E1459051AA8}"/>
              </a:ext>
            </a:extLst>
          </p:cNvPr>
          <p:cNvSpPr txBox="1"/>
          <p:nvPr/>
        </p:nvSpPr>
        <p:spPr>
          <a:xfrm>
            <a:off x="5776867" y="2322072"/>
            <a:ext cx="153009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Output layer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5718B2-3051-A325-9EE6-E5B32D01D32B}"/>
              </a:ext>
            </a:extLst>
          </p:cNvPr>
          <p:cNvSpPr txBox="1"/>
          <p:nvPr/>
        </p:nvSpPr>
        <p:spPr>
          <a:xfrm>
            <a:off x="6236816" y="17659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121AF6-17C1-F770-747E-C5E53878E9BE}"/>
              </a:ext>
            </a:extLst>
          </p:cNvPr>
          <p:cNvSpPr/>
          <p:nvPr/>
        </p:nvSpPr>
        <p:spPr>
          <a:xfrm>
            <a:off x="736222" y="357174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549A273-B6EF-2A7B-7326-0DDCC4007AE6}"/>
              </a:ext>
            </a:extLst>
          </p:cNvPr>
          <p:cNvSpPr/>
          <p:nvPr/>
        </p:nvSpPr>
        <p:spPr>
          <a:xfrm>
            <a:off x="2623301" y="729808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AFCEC1-11C4-8D1C-5B88-188753ABD121}"/>
              </a:ext>
            </a:extLst>
          </p:cNvPr>
          <p:cNvSpPr txBox="1"/>
          <p:nvPr/>
        </p:nvSpPr>
        <p:spPr>
          <a:xfrm>
            <a:off x="-57595" y="2042095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37F418-701B-8D12-2654-BCACAE909BF1}"/>
              </a:ext>
            </a:extLst>
          </p:cNvPr>
          <p:cNvSpPr txBox="1"/>
          <p:nvPr/>
        </p:nvSpPr>
        <p:spPr>
          <a:xfrm>
            <a:off x="2750635" y="1684329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A56B35A-A4A7-96A8-3438-FD57FE25DA6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524067" y="4260444"/>
            <a:ext cx="2086533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Male profile with solid fill">
            <a:extLst>
              <a:ext uri="{FF2B5EF4-FFF2-40B4-BE49-F238E27FC236}">
                <a16:creationId xmlns:a16="http://schemas.microsoft.com/office/drawing/2014/main" id="{F4D73604-E0A2-AD93-8E45-6F8510C4E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456439"/>
            <a:ext cx="1475710" cy="1475710"/>
          </a:xfrm>
          <a:prstGeom prst="rect">
            <a:avLst/>
          </a:prstGeom>
        </p:spPr>
      </p:pic>
      <p:pic>
        <p:nvPicPr>
          <p:cNvPr id="59" name="Graphic 58" descr="Female Profile with solid fill">
            <a:extLst>
              <a:ext uri="{FF2B5EF4-FFF2-40B4-BE49-F238E27FC236}">
                <a16:creationId xmlns:a16="http://schemas.microsoft.com/office/drawing/2014/main" id="{31B31DB3-15FE-B7A8-F57D-6DAEA4B6A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462437"/>
            <a:ext cx="1476000" cy="1476000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8EAAF4B-4D42-9BFB-F6AB-9418C36BAE27}"/>
              </a:ext>
            </a:extLst>
          </p:cNvPr>
          <p:cNvCxnSpPr>
            <a:cxnSpLocks/>
            <a:stCxn id="49" idx="0"/>
            <a:endCxn id="49" idx="2"/>
          </p:cNvCxnSpPr>
          <p:nvPr/>
        </p:nvCxnSpPr>
        <p:spPr>
          <a:xfrm>
            <a:off x="3578659" y="729808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A68D3D0-F700-E0BF-F02D-B7CA0BD01860}"/>
              </a:ext>
            </a:extLst>
          </p:cNvPr>
          <p:cNvSpPr txBox="1"/>
          <p:nvPr/>
        </p:nvSpPr>
        <p:spPr>
          <a:xfrm>
            <a:off x="10397486" y="2043581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08AC4F-D15C-30EE-C1CA-2C409CA656C2}"/>
              </a:ext>
            </a:extLst>
          </p:cNvPr>
          <p:cNvSpPr txBox="1"/>
          <p:nvPr/>
        </p:nvSpPr>
        <p:spPr>
          <a:xfrm>
            <a:off x="7169679" y="1679984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512596C-58A3-7CC5-4BD3-BB18553D7FA9}"/>
              </a:ext>
            </a:extLst>
          </p:cNvPr>
          <p:cNvSpPr/>
          <p:nvPr/>
        </p:nvSpPr>
        <p:spPr>
          <a:xfrm>
            <a:off x="10723769" y="360715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76B436F-F3D4-3D06-15EA-FEF99FD5A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851154"/>
            <a:ext cx="952633" cy="676369"/>
          </a:xfrm>
          <a:prstGeom prst="rect">
            <a:avLst/>
          </a:prstGeom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4818A4DC-998B-E80B-4756-46954F7D4568}"/>
              </a:ext>
            </a:extLst>
          </p:cNvPr>
          <p:cNvSpPr/>
          <p:nvPr/>
        </p:nvSpPr>
        <p:spPr>
          <a:xfrm>
            <a:off x="8557428" y="728557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BF4315B-0709-4CC3-B2A7-6D44A7512A17}"/>
              </a:ext>
            </a:extLst>
          </p:cNvPr>
          <p:cNvCxnSpPr>
            <a:cxnSpLocks/>
            <a:stCxn id="147" idx="0"/>
            <a:endCxn id="147" idx="2"/>
          </p:cNvCxnSpPr>
          <p:nvPr/>
        </p:nvCxnSpPr>
        <p:spPr>
          <a:xfrm>
            <a:off x="9512786" y="728557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8365198-5907-E5D1-D7C3-D788AD36D40C}"/>
              </a:ext>
            </a:extLst>
          </p:cNvPr>
          <p:cNvSpPr txBox="1"/>
          <p:nvPr/>
        </p:nvSpPr>
        <p:spPr>
          <a:xfrm>
            <a:off x="8853744" y="1687102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54" name="Graphic 153" descr="Male profile with solid fill">
            <a:extLst>
              <a:ext uri="{FF2B5EF4-FFF2-40B4-BE49-F238E27FC236}">
                <a16:creationId xmlns:a16="http://schemas.microsoft.com/office/drawing/2014/main" id="{430F9875-92D0-F489-D02E-838FD4E33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0894" y="631356"/>
            <a:ext cx="762441" cy="762441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D1E5C1D2-09DD-5C83-9DC9-58A517471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5609133"/>
            <a:ext cx="952633" cy="676369"/>
          </a:xfrm>
          <a:prstGeom prst="rect">
            <a:avLst/>
          </a:prstGeom>
        </p:spPr>
      </p:pic>
      <p:sp>
        <p:nvSpPr>
          <p:cNvPr id="157" name="Rectangle 156">
            <a:extLst>
              <a:ext uri="{FF2B5EF4-FFF2-40B4-BE49-F238E27FC236}">
                <a16:creationId xmlns:a16="http://schemas.microsoft.com/office/drawing/2014/main" id="{B9C95EC8-B397-C923-8C9F-2E7448B02F44}"/>
              </a:ext>
            </a:extLst>
          </p:cNvPr>
          <p:cNvSpPr/>
          <p:nvPr/>
        </p:nvSpPr>
        <p:spPr>
          <a:xfrm>
            <a:off x="136529" y="4969379"/>
            <a:ext cx="12687297" cy="2738008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A71DED3-3FB8-53D7-1785-0A576CD2F4B4}"/>
              </a:ext>
            </a:extLst>
          </p:cNvPr>
          <p:cNvSpPr/>
          <p:nvPr/>
        </p:nvSpPr>
        <p:spPr>
          <a:xfrm>
            <a:off x="4667436" y="5128643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3939FF0-67AA-29B5-9719-3A5C521C240A}"/>
              </a:ext>
            </a:extLst>
          </p:cNvPr>
          <p:cNvSpPr txBox="1"/>
          <p:nvPr/>
        </p:nvSpPr>
        <p:spPr>
          <a:xfrm>
            <a:off x="5776867" y="7259556"/>
            <a:ext cx="133773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Input layer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647A2F0-3ED1-CF26-2C22-760A699E456B}"/>
              </a:ext>
            </a:extLst>
          </p:cNvPr>
          <p:cNvSpPr txBox="1"/>
          <p:nvPr/>
        </p:nvSpPr>
        <p:spPr>
          <a:xfrm>
            <a:off x="6172114" y="687328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5F1EBC6-147E-B79F-896B-81B04C99099F}"/>
              </a:ext>
            </a:extLst>
          </p:cNvPr>
          <p:cNvSpPr/>
          <p:nvPr/>
        </p:nvSpPr>
        <p:spPr>
          <a:xfrm>
            <a:off x="736222" y="5113902"/>
            <a:ext cx="1676370" cy="163051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9D5927D-BBCE-F22F-5462-BB43D9F04837}"/>
              </a:ext>
            </a:extLst>
          </p:cNvPr>
          <p:cNvSpPr/>
          <p:nvPr/>
        </p:nvSpPr>
        <p:spPr>
          <a:xfrm>
            <a:off x="2623301" y="5486536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3987E38-1A31-9231-4FE6-8F22AAD945D5}"/>
              </a:ext>
            </a:extLst>
          </p:cNvPr>
          <p:cNvSpPr txBox="1"/>
          <p:nvPr/>
        </p:nvSpPr>
        <p:spPr>
          <a:xfrm>
            <a:off x="-57595" y="6798823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DD6ADF1-3F1F-8F90-93DA-5FFB9A1FA65C}"/>
              </a:ext>
            </a:extLst>
          </p:cNvPr>
          <p:cNvSpPr txBox="1"/>
          <p:nvPr/>
        </p:nvSpPr>
        <p:spPr>
          <a:xfrm>
            <a:off x="2750635" y="6441057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85038E4-EE55-CC56-2D49-94C2962A570C}"/>
              </a:ext>
            </a:extLst>
          </p:cNvPr>
          <p:cNvCxnSpPr>
            <a:cxnSpLocks/>
          </p:cNvCxnSpPr>
          <p:nvPr/>
        </p:nvCxnSpPr>
        <p:spPr>
          <a:xfrm>
            <a:off x="5284562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A378B1EA-62E9-53DE-60E6-9845B3EAEE09}"/>
              </a:ext>
            </a:extLst>
          </p:cNvPr>
          <p:cNvCxnSpPr>
            <a:cxnSpLocks/>
          </p:cNvCxnSpPr>
          <p:nvPr/>
        </p:nvCxnSpPr>
        <p:spPr>
          <a:xfrm>
            <a:off x="5867271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1F7130A-32B2-AA41-5A5F-D4485CBCC9C7}"/>
              </a:ext>
            </a:extLst>
          </p:cNvPr>
          <p:cNvCxnSpPr>
            <a:cxnSpLocks/>
          </p:cNvCxnSpPr>
          <p:nvPr/>
        </p:nvCxnSpPr>
        <p:spPr>
          <a:xfrm>
            <a:off x="6470463" y="51313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9254251-C8BF-DD69-ED91-8565A8A464D4}"/>
              </a:ext>
            </a:extLst>
          </p:cNvPr>
          <p:cNvCxnSpPr>
            <a:cxnSpLocks/>
          </p:cNvCxnSpPr>
          <p:nvPr/>
        </p:nvCxnSpPr>
        <p:spPr>
          <a:xfrm>
            <a:off x="7596247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BC288CF-A08A-359E-8E64-F7482B34397D}"/>
              </a:ext>
            </a:extLst>
          </p:cNvPr>
          <p:cNvCxnSpPr>
            <a:cxnSpLocks/>
          </p:cNvCxnSpPr>
          <p:nvPr/>
        </p:nvCxnSpPr>
        <p:spPr>
          <a:xfrm>
            <a:off x="7087083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Graphic 170" descr="Male profile with solid fill">
            <a:extLst>
              <a:ext uri="{FF2B5EF4-FFF2-40B4-BE49-F238E27FC236}">
                <a16:creationId xmlns:a16="http://schemas.microsoft.com/office/drawing/2014/main" id="{AADE4440-29D9-150C-F289-B548D16F8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5213167"/>
            <a:ext cx="1475710" cy="1475710"/>
          </a:xfrm>
          <a:prstGeom prst="rect">
            <a:avLst/>
          </a:prstGeom>
        </p:spPr>
      </p:pic>
      <p:pic>
        <p:nvPicPr>
          <p:cNvPr id="172" name="Graphic 171" descr="Female Profile with solid fill">
            <a:extLst>
              <a:ext uri="{FF2B5EF4-FFF2-40B4-BE49-F238E27FC236}">
                <a16:creationId xmlns:a16="http://schemas.microsoft.com/office/drawing/2014/main" id="{67C8C949-1A3E-DC88-37D1-BE14B3581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5219165"/>
            <a:ext cx="1476000" cy="1476000"/>
          </a:xfrm>
          <a:prstGeom prst="rect">
            <a:avLst/>
          </a:prstGeom>
        </p:spPr>
      </p:pic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66DF195-13E8-37EF-40FE-3EE50CDA2E70}"/>
              </a:ext>
            </a:extLst>
          </p:cNvPr>
          <p:cNvCxnSpPr>
            <a:cxnSpLocks/>
            <a:stCxn id="162" idx="0"/>
            <a:endCxn id="162" idx="2"/>
          </p:cNvCxnSpPr>
          <p:nvPr/>
        </p:nvCxnSpPr>
        <p:spPr>
          <a:xfrm>
            <a:off x="3578659" y="5486536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6D7BAE7F-0033-CEF3-F677-B14F4A0A53F8}"/>
              </a:ext>
            </a:extLst>
          </p:cNvPr>
          <p:cNvSpPr txBox="1"/>
          <p:nvPr/>
        </p:nvSpPr>
        <p:spPr>
          <a:xfrm>
            <a:off x="10397486" y="6800309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0EEB4A4-1304-333A-0AA3-ECE4628D9413}"/>
              </a:ext>
            </a:extLst>
          </p:cNvPr>
          <p:cNvSpPr txBox="1"/>
          <p:nvPr/>
        </p:nvSpPr>
        <p:spPr>
          <a:xfrm>
            <a:off x="6587017" y="6478600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461238A-2ED8-BCF7-4AB2-76D401EC7F43}"/>
              </a:ext>
            </a:extLst>
          </p:cNvPr>
          <p:cNvSpPr/>
          <p:nvPr/>
        </p:nvSpPr>
        <p:spPr>
          <a:xfrm>
            <a:off x="10723769" y="5117443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682E07A2-E693-BCDA-0253-CA2E77562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5607882"/>
            <a:ext cx="952633" cy="676369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4979D138-5A9D-2F43-0B3E-380885167CD7}"/>
              </a:ext>
            </a:extLst>
          </p:cNvPr>
          <p:cNvSpPr/>
          <p:nvPr/>
        </p:nvSpPr>
        <p:spPr>
          <a:xfrm>
            <a:off x="8557428" y="5485285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8A18F63-03B3-3C2F-A1AD-2CC89AC94CE1}"/>
              </a:ext>
            </a:extLst>
          </p:cNvPr>
          <p:cNvCxnSpPr>
            <a:cxnSpLocks/>
            <a:stCxn id="178" idx="0"/>
            <a:endCxn id="178" idx="2"/>
          </p:cNvCxnSpPr>
          <p:nvPr/>
        </p:nvCxnSpPr>
        <p:spPr>
          <a:xfrm>
            <a:off x="9512786" y="5485285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30688A83-5D80-AC6A-2F71-0D9576C64C53}"/>
              </a:ext>
            </a:extLst>
          </p:cNvPr>
          <p:cNvSpPr txBox="1"/>
          <p:nvPr/>
        </p:nvSpPr>
        <p:spPr>
          <a:xfrm>
            <a:off x="8853744" y="6443830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81" name="Graphic 180" descr="Male profile with solid fill">
            <a:extLst>
              <a:ext uri="{FF2B5EF4-FFF2-40B4-BE49-F238E27FC236}">
                <a16:creationId xmlns:a16="http://schemas.microsoft.com/office/drawing/2014/main" id="{F7F6E442-B2D7-368E-1C53-7D5F743F7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0260" y="5388084"/>
            <a:ext cx="762441" cy="762441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B9EBD642-BF69-7160-EE93-FDE53964B688}"/>
              </a:ext>
            </a:extLst>
          </p:cNvPr>
          <p:cNvSpPr/>
          <p:nvPr/>
        </p:nvSpPr>
        <p:spPr>
          <a:xfrm>
            <a:off x="4670979" y="336890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35DFF9FA-BAD9-B5EB-72E4-107B0DFA177C}"/>
              </a:ext>
            </a:extLst>
          </p:cNvPr>
          <p:cNvCxnSpPr>
            <a:cxnSpLocks/>
          </p:cNvCxnSpPr>
          <p:nvPr/>
        </p:nvCxnSpPr>
        <p:spPr>
          <a:xfrm>
            <a:off x="5288105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A913AD37-E291-9EA8-5EA6-3924EDB1899F}"/>
              </a:ext>
            </a:extLst>
          </p:cNvPr>
          <p:cNvCxnSpPr>
            <a:cxnSpLocks/>
          </p:cNvCxnSpPr>
          <p:nvPr/>
        </p:nvCxnSpPr>
        <p:spPr>
          <a:xfrm>
            <a:off x="5870814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8B0A77F8-5100-11D0-6C7B-7B5289809951}"/>
              </a:ext>
            </a:extLst>
          </p:cNvPr>
          <p:cNvCxnSpPr>
            <a:cxnSpLocks/>
          </p:cNvCxnSpPr>
          <p:nvPr/>
        </p:nvCxnSpPr>
        <p:spPr>
          <a:xfrm>
            <a:off x="6474006" y="339605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5A238BFA-59FB-533D-034B-622D6AD7A26E}"/>
              </a:ext>
            </a:extLst>
          </p:cNvPr>
          <p:cNvCxnSpPr>
            <a:cxnSpLocks/>
          </p:cNvCxnSpPr>
          <p:nvPr/>
        </p:nvCxnSpPr>
        <p:spPr>
          <a:xfrm>
            <a:off x="7663588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749C286-A753-9D5C-EE77-DA53981CD190}"/>
              </a:ext>
            </a:extLst>
          </p:cNvPr>
          <p:cNvCxnSpPr>
            <a:cxnSpLocks/>
          </p:cNvCxnSpPr>
          <p:nvPr/>
        </p:nvCxnSpPr>
        <p:spPr>
          <a:xfrm>
            <a:off x="7090626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0BDBF891-C1A8-CDFA-85F5-505BF142AC81}"/>
              </a:ext>
            </a:extLst>
          </p:cNvPr>
          <p:cNvSpPr txBox="1"/>
          <p:nvPr/>
        </p:nvSpPr>
        <p:spPr>
          <a:xfrm>
            <a:off x="7237341" y="3632641"/>
            <a:ext cx="153490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Hidden layer</a:t>
            </a:r>
          </a:p>
        </p:txBody>
      </p:sp>
      <p:pic>
        <p:nvPicPr>
          <p:cNvPr id="191" name="Graphic 190" descr="Female Profile with solid fill">
            <a:extLst>
              <a:ext uri="{FF2B5EF4-FFF2-40B4-BE49-F238E27FC236}">
                <a16:creationId xmlns:a16="http://schemas.microsoft.com/office/drawing/2014/main" id="{419BFA76-C301-446E-5DF9-4F261DC8F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1186" y="629464"/>
            <a:ext cx="763200" cy="763200"/>
          </a:xfrm>
          <a:prstGeom prst="rect">
            <a:avLst/>
          </a:prstGeom>
        </p:spPr>
      </p:pic>
      <p:pic>
        <p:nvPicPr>
          <p:cNvPr id="193" name="Graphic 192" descr="Female Profile with solid fill">
            <a:extLst>
              <a:ext uri="{FF2B5EF4-FFF2-40B4-BE49-F238E27FC236}">
                <a16:creationId xmlns:a16="http://schemas.microsoft.com/office/drawing/2014/main" id="{5B78A52C-DFB4-73D5-C1DB-A283F1741A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516" y="5375246"/>
            <a:ext cx="763200" cy="76320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997EA51-FF70-0F35-3023-EAB4B0ECBBF2}"/>
              </a:ext>
            </a:extLst>
          </p:cNvPr>
          <p:cNvCxnSpPr>
            <a:cxnSpLocks/>
          </p:cNvCxnSpPr>
          <p:nvPr/>
        </p:nvCxnSpPr>
        <p:spPr>
          <a:xfrm>
            <a:off x="6712103" y="535889"/>
            <a:ext cx="716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425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286</TotalTime>
  <Words>297</Words>
  <Application>Microsoft Office PowerPoint</Application>
  <PresentationFormat>Custom</PresentationFormat>
  <Paragraphs>63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neural networks as a window into mechanisms of change</dc:title>
  <dc:creator>detbenton1991@gmail.com</dc:creator>
  <cp:lastModifiedBy>Benton, Deon</cp:lastModifiedBy>
  <cp:revision>17</cp:revision>
  <dcterms:created xsi:type="dcterms:W3CDTF">2023-09-30T02:47:27Z</dcterms:created>
  <dcterms:modified xsi:type="dcterms:W3CDTF">2026-10-08T17:29:00Z</dcterms:modified>
</cp:coreProperties>
</file>